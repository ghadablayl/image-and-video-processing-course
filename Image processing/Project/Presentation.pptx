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59" r:id="rId3"/>
    <p:sldId id="260" r:id="rId4"/>
    <p:sldId id="270" r:id="rId5"/>
    <p:sldId id="272" r:id="rId6"/>
    <p:sldId id="271" r:id="rId7"/>
    <p:sldId id="273" r:id="rId8"/>
    <p:sldId id="274" r:id="rId9"/>
    <p:sldId id="275" r:id="rId10"/>
    <p:sldId id="276" r:id="rId11"/>
    <p:sldId id="277" r:id="rId12"/>
    <p:sldId id="257" r:id="rId13"/>
    <p:sldId id="258" r:id="rId14"/>
    <p:sldId id="262" r:id="rId15"/>
    <p:sldId id="263" r:id="rId16"/>
    <p:sldId id="264" r:id="rId17"/>
    <p:sldId id="265" r:id="rId18"/>
    <p:sldId id="266" r:id="rId19"/>
    <p:sldId id="267" r:id="rId20"/>
    <p:sldId id="268" r:id="rId21"/>
    <p:sldId id="269"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9130FA-FC9F-440C-A56B-590D5B645027}" v="2707" dt="2026-04-21T07:48:42.447"/>
    <p1510:client id="{64221E9C-B7CE-8F69-37C9-B92C17B17857}" v="1" dt="2026-04-21T07:38:46.216"/>
    <p1510:client id="{7735BAA7-116E-21C8-F680-49E72DF11141}" v="1109" dt="2026-04-20T22:00:54.54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hmad Chamieh" userId="S::ahmad.chamieh@lau.edu::3b7a2766-988e-4bb0-9ace-2fef7c408fb3" providerId="AD" clId="Web-{64221E9C-B7CE-8F69-37C9-B92C17B17857}"/>
    <pc:docChg chg="modSld">
      <pc:chgData name="Ahmad Chamieh" userId="S::ahmad.chamieh@lau.edu::3b7a2766-988e-4bb0-9ace-2fef7c408fb3" providerId="AD" clId="Web-{64221E9C-B7CE-8F69-37C9-B92C17B17857}" dt="2026-04-21T07:38:46.216" v="0"/>
      <pc:docMkLst>
        <pc:docMk/>
      </pc:docMkLst>
      <pc:sldChg chg="modSp">
        <pc:chgData name="Ahmad Chamieh" userId="S::ahmad.chamieh@lau.edu::3b7a2766-988e-4bb0-9ace-2fef7c408fb3" providerId="AD" clId="Web-{64221E9C-B7CE-8F69-37C9-B92C17B17857}" dt="2026-04-21T07:38:46.216" v="0"/>
        <pc:sldMkLst>
          <pc:docMk/>
          <pc:sldMk cId="611612796" sldId="268"/>
        </pc:sldMkLst>
        <pc:spChg chg="mod">
          <ac:chgData name="Ahmad Chamieh" userId="S::ahmad.chamieh@lau.edu::3b7a2766-988e-4bb0-9ace-2fef7c408fb3" providerId="AD" clId="Web-{64221E9C-B7CE-8F69-37C9-B92C17B17857}" dt="2026-04-21T07:38:46.216" v="0"/>
          <ac:spMkLst>
            <pc:docMk/>
            <pc:sldMk cId="611612796" sldId="268"/>
            <ac:spMk id="2" creationId="{0A926EA0-AD6D-2EE8-6F0C-85978BD7E2CB}"/>
          </ac:spMkLst>
        </pc:spChg>
      </pc:sldChg>
    </pc:docChg>
  </pc:docChgLst>
  <pc:docChgLst>
    <pc:chgData name="Karim Sakr" userId="4d87a7be-c440-4233-b71a-0366e3b04890" providerId="ADAL" clId="{9ED0984B-1ACF-4CD1-9F16-7C668B9DDEF0}"/>
    <pc:docChg chg="undo custSel addSld modSld sldOrd">
      <pc:chgData name="Karim Sakr" userId="4d87a7be-c440-4233-b71a-0366e3b04890" providerId="ADAL" clId="{9ED0984B-1ACF-4CD1-9F16-7C668B9DDEF0}" dt="2026-04-21T07:48:42.446" v="2709"/>
      <pc:docMkLst>
        <pc:docMk/>
      </pc:docMkLst>
      <pc:sldChg chg="addSp modSp new mod setBg">
        <pc:chgData name="Karim Sakr" userId="4d87a7be-c440-4233-b71a-0366e3b04890" providerId="ADAL" clId="{9ED0984B-1ACF-4CD1-9F16-7C668B9DDEF0}" dt="2026-04-20T20:46:58.361" v="257" actId="26606"/>
        <pc:sldMkLst>
          <pc:docMk/>
          <pc:sldMk cId="2820372771" sldId="256"/>
        </pc:sldMkLst>
        <pc:spChg chg="mod">
          <ac:chgData name="Karim Sakr" userId="4d87a7be-c440-4233-b71a-0366e3b04890" providerId="ADAL" clId="{9ED0984B-1ACF-4CD1-9F16-7C668B9DDEF0}" dt="2026-04-20T20:46:58.361" v="257" actId="26606"/>
          <ac:spMkLst>
            <pc:docMk/>
            <pc:sldMk cId="2820372771" sldId="256"/>
            <ac:spMk id="2" creationId="{23375ECE-836D-EEC8-7423-F07BD9397D52}"/>
          </ac:spMkLst>
        </pc:spChg>
        <pc:spChg chg="mod">
          <ac:chgData name="Karim Sakr" userId="4d87a7be-c440-4233-b71a-0366e3b04890" providerId="ADAL" clId="{9ED0984B-1ACF-4CD1-9F16-7C668B9DDEF0}" dt="2026-04-20T20:46:58.361" v="257" actId="26606"/>
          <ac:spMkLst>
            <pc:docMk/>
            <pc:sldMk cId="2820372771" sldId="256"/>
            <ac:spMk id="3" creationId="{26E0165F-AE0B-A258-5892-51CF51F495D3}"/>
          </ac:spMkLst>
        </pc:spChg>
        <pc:spChg chg="add">
          <ac:chgData name="Karim Sakr" userId="4d87a7be-c440-4233-b71a-0366e3b04890" providerId="ADAL" clId="{9ED0984B-1ACF-4CD1-9F16-7C668B9DDEF0}" dt="2026-04-20T20:46:58.361" v="257" actId="26606"/>
          <ac:spMkLst>
            <pc:docMk/>
            <pc:sldMk cId="2820372771" sldId="256"/>
            <ac:spMk id="10" creationId="{8555C5B3-193A-4749-9AFD-682E53CDDE8F}"/>
          </ac:spMkLst>
        </pc:spChg>
        <pc:spChg chg="add">
          <ac:chgData name="Karim Sakr" userId="4d87a7be-c440-4233-b71a-0366e3b04890" providerId="ADAL" clId="{9ED0984B-1ACF-4CD1-9F16-7C668B9DDEF0}" dt="2026-04-20T20:46:58.361" v="257" actId="26606"/>
          <ac:spMkLst>
            <pc:docMk/>
            <pc:sldMk cId="2820372771" sldId="256"/>
            <ac:spMk id="12" creationId="{2EAE06A6-F76A-41C9-827A-C561B004485C}"/>
          </ac:spMkLst>
        </pc:spChg>
        <pc:spChg chg="add">
          <ac:chgData name="Karim Sakr" userId="4d87a7be-c440-4233-b71a-0366e3b04890" providerId="ADAL" clId="{9ED0984B-1ACF-4CD1-9F16-7C668B9DDEF0}" dt="2026-04-20T20:46:58.361" v="257" actId="26606"/>
          <ac:spMkLst>
            <pc:docMk/>
            <pc:sldMk cId="2820372771" sldId="256"/>
            <ac:spMk id="14" creationId="{89F9D4E8-0639-444B-949B-9518585061AF}"/>
          </ac:spMkLst>
        </pc:spChg>
        <pc:spChg chg="add">
          <ac:chgData name="Karim Sakr" userId="4d87a7be-c440-4233-b71a-0366e3b04890" providerId="ADAL" clId="{9ED0984B-1ACF-4CD1-9F16-7C668B9DDEF0}" dt="2026-04-20T20:46:58.361" v="257" actId="26606"/>
          <ac:spMkLst>
            <pc:docMk/>
            <pc:sldMk cId="2820372771" sldId="256"/>
            <ac:spMk id="16" creationId="{7E3DA7A2-ED70-4BBA-AB72-00AD461FA405}"/>
          </ac:spMkLst>
        </pc:spChg>
        <pc:spChg chg="add">
          <ac:chgData name="Karim Sakr" userId="4d87a7be-c440-4233-b71a-0366e3b04890" providerId="ADAL" clId="{9ED0984B-1ACF-4CD1-9F16-7C668B9DDEF0}" dt="2026-04-20T20:46:58.361" v="257" actId="26606"/>
          <ac:spMkLst>
            <pc:docMk/>
            <pc:sldMk cId="2820372771" sldId="256"/>
            <ac:spMk id="18" creationId="{FC485432-3647-4218-B5D3-15D3FA222B13}"/>
          </ac:spMkLst>
        </pc:spChg>
        <pc:spChg chg="add">
          <ac:chgData name="Karim Sakr" userId="4d87a7be-c440-4233-b71a-0366e3b04890" providerId="ADAL" clId="{9ED0984B-1ACF-4CD1-9F16-7C668B9DDEF0}" dt="2026-04-20T20:46:58.361" v="257" actId="26606"/>
          <ac:spMkLst>
            <pc:docMk/>
            <pc:sldMk cId="2820372771" sldId="256"/>
            <ac:spMk id="20" creationId="{F4AFDDCA-6ABA-4D23-8A5C-1BF0F4308148}"/>
          </ac:spMkLst>
        </pc:spChg>
        <pc:picChg chg="add mod">
          <ac:chgData name="Karim Sakr" userId="4d87a7be-c440-4233-b71a-0366e3b04890" providerId="ADAL" clId="{9ED0984B-1ACF-4CD1-9F16-7C668B9DDEF0}" dt="2026-04-20T20:46:58.361" v="257" actId="26606"/>
          <ac:picMkLst>
            <pc:docMk/>
            <pc:sldMk cId="2820372771" sldId="256"/>
            <ac:picMk id="5" creationId="{4AB488FC-AD5A-D745-8918-B20A3044FC68}"/>
          </ac:picMkLst>
        </pc:picChg>
      </pc:sldChg>
      <pc:sldChg chg="addSp delSp modSp new mod setBg">
        <pc:chgData name="Karim Sakr" userId="4d87a7be-c440-4233-b71a-0366e3b04890" providerId="ADAL" clId="{9ED0984B-1ACF-4CD1-9F16-7C668B9DDEF0}" dt="2026-04-20T21:59:38.743" v="2708" actId="26606"/>
        <pc:sldMkLst>
          <pc:docMk/>
          <pc:sldMk cId="2151433649" sldId="257"/>
        </pc:sldMkLst>
        <pc:spChg chg="mod">
          <ac:chgData name="Karim Sakr" userId="4d87a7be-c440-4233-b71a-0366e3b04890" providerId="ADAL" clId="{9ED0984B-1ACF-4CD1-9F16-7C668B9DDEF0}" dt="2026-04-20T21:59:38.743" v="2708" actId="26606"/>
          <ac:spMkLst>
            <pc:docMk/>
            <pc:sldMk cId="2151433649" sldId="257"/>
            <ac:spMk id="2" creationId="{00D6791C-BD6F-B1C4-BD70-6C294D41CA83}"/>
          </ac:spMkLst>
        </pc:spChg>
        <pc:spChg chg="del">
          <ac:chgData name="Karim Sakr" userId="4d87a7be-c440-4233-b71a-0366e3b04890" providerId="ADAL" clId="{9ED0984B-1ACF-4CD1-9F16-7C668B9DDEF0}" dt="2026-04-20T20:37:58.256" v="28" actId="478"/>
          <ac:spMkLst>
            <pc:docMk/>
            <pc:sldMk cId="2151433649" sldId="257"/>
            <ac:spMk id="3" creationId="{6283B5A2-4E79-F0AF-1334-41CB15A04005}"/>
          </ac:spMkLst>
        </pc:spChg>
        <pc:spChg chg="add">
          <ac:chgData name="Karim Sakr" userId="4d87a7be-c440-4233-b71a-0366e3b04890" providerId="ADAL" clId="{9ED0984B-1ACF-4CD1-9F16-7C668B9DDEF0}" dt="2026-04-20T21:59:38.743" v="2708" actId="26606"/>
          <ac:spMkLst>
            <pc:docMk/>
            <pc:sldMk cId="2151433649" sldId="257"/>
            <ac:spMk id="7" creationId="{8C790BE2-4E4F-4AAF-81A2-4A6F4885EBE6}"/>
          </ac:spMkLst>
        </pc:spChg>
        <pc:spChg chg="add">
          <ac:chgData name="Karim Sakr" userId="4d87a7be-c440-4233-b71a-0366e3b04890" providerId="ADAL" clId="{9ED0984B-1ACF-4CD1-9F16-7C668B9DDEF0}" dt="2026-04-20T21:59:38.743" v="2708" actId="26606"/>
          <ac:spMkLst>
            <pc:docMk/>
            <pc:sldMk cId="2151433649" sldId="257"/>
            <ac:spMk id="9" creationId="{D28B54C3-B57B-472A-B96E-1FCB67093DC2}"/>
          </ac:spMkLst>
        </pc:spChg>
        <pc:spChg chg="add">
          <ac:chgData name="Karim Sakr" userId="4d87a7be-c440-4233-b71a-0366e3b04890" providerId="ADAL" clId="{9ED0984B-1ACF-4CD1-9F16-7C668B9DDEF0}" dt="2026-04-20T21:59:38.743" v="2708" actId="26606"/>
          <ac:spMkLst>
            <pc:docMk/>
            <pc:sldMk cId="2151433649" sldId="257"/>
            <ac:spMk id="11" creationId="{7DB3C429-F8DA-49B9-AF84-21996FCF78B5}"/>
          </ac:spMkLst>
        </pc:spChg>
        <pc:spChg chg="add">
          <ac:chgData name="Karim Sakr" userId="4d87a7be-c440-4233-b71a-0366e3b04890" providerId="ADAL" clId="{9ED0984B-1ACF-4CD1-9F16-7C668B9DDEF0}" dt="2026-04-20T21:59:38.743" v="2708" actId="26606"/>
          <ac:spMkLst>
            <pc:docMk/>
            <pc:sldMk cId="2151433649" sldId="257"/>
            <ac:spMk id="13" creationId="{E12088DD-B1AD-40E0-8B86-1D87A2CCD9BE}"/>
          </ac:spMkLst>
        </pc:spChg>
        <pc:spChg chg="add">
          <ac:chgData name="Karim Sakr" userId="4d87a7be-c440-4233-b71a-0366e3b04890" providerId="ADAL" clId="{9ED0984B-1ACF-4CD1-9F16-7C668B9DDEF0}" dt="2026-04-20T21:59:38.743" v="2708" actId="26606"/>
          <ac:spMkLst>
            <pc:docMk/>
            <pc:sldMk cId="2151433649" sldId="257"/>
            <ac:spMk id="15" creationId="{C4C9F2B0-1044-46EB-8AEB-C3BFFDE6C2CC}"/>
          </ac:spMkLst>
        </pc:spChg>
        <pc:spChg chg="add">
          <ac:chgData name="Karim Sakr" userId="4d87a7be-c440-4233-b71a-0366e3b04890" providerId="ADAL" clId="{9ED0984B-1ACF-4CD1-9F16-7C668B9DDEF0}" dt="2026-04-20T21:59:38.743" v="2708" actId="26606"/>
          <ac:spMkLst>
            <pc:docMk/>
            <pc:sldMk cId="2151433649" sldId="257"/>
            <ac:spMk id="17" creationId="{0C395952-4E26-45A2-8756-2ADFD6E53C6E}"/>
          </ac:spMkLst>
        </pc:spChg>
        <pc:spChg chg="add">
          <ac:chgData name="Karim Sakr" userId="4d87a7be-c440-4233-b71a-0366e3b04890" providerId="ADAL" clId="{9ED0984B-1ACF-4CD1-9F16-7C668B9DDEF0}" dt="2026-04-20T21:59:38.743" v="2708" actId="26606"/>
          <ac:spMkLst>
            <pc:docMk/>
            <pc:sldMk cId="2151433649" sldId="257"/>
            <ac:spMk id="19" creationId="{4734BADF-9461-4621-B112-2D7BABEA7DD0}"/>
          </ac:spMkLst>
        </pc:spChg>
      </pc:sldChg>
      <pc:sldChg chg="new">
        <pc:chgData name="Karim Sakr" userId="4d87a7be-c440-4233-b71a-0366e3b04890" providerId="ADAL" clId="{9ED0984B-1ACF-4CD1-9F16-7C668B9DDEF0}" dt="2026-04-20T20:37:53.192" v="27" actId="680"/>
        <pc:sldMkLst>
          <pc:docMk/>
          <pc:sldMk cId="1270264075" sldId="258"/>
        </pc:sldMkLst>
      </pc:sldChg>
      <pc:sldChg chg="addSp delSp modSp new mod setBg">
        <pc:chgData name="Karim Sakr" userId="4d87a7be-c440-4233-b71a-0366e3b04890" providerId="ADAL" clId="{9ED0984B-1ACF-4CD1-9F16-7C668B9DDEF0}" dt="2026-04-20T20:50:12.624" v="482" actId="27957"/>
        <pc:sldMkLst>
          <pc:docMk/>
          <pc:sldMk cId="1483644120" sldId="259"/>
        </pc:sldMkLst>
        <pc:spChg chg="mod">
          <ac:chgData name="Karim Sakr" userId="4d87a7be-c440-4233-b71a-0366e3b04890" providerId="ADAL" clId="{9ED0984B-1ACF-4CD1-9F16-7C668B9DDEF0}" dt="2026-04-20T20:49:49.462" v="479" actId="26606"/>
          <ac:spMkLst>
            <pc:docMk/>
            <pc:sldMk cId="1483644120" sldId="259"/>
            <ac:spMk id="2" creationId="{12D72126-4AAF-69B5-2DF5-B4813C8EBC9C}"/>
          </ac:spMkLst>
        </pc:spChg>
        <pc:spChg chg="del mod">
          <ac:chgData name="Karim Sakr" userId="4d87a7be-c440-4233-b71a-0366e3b04890" providerId="ADAL" clId="{9ED0984B-1ACF-4CD1-9F16-7C668B9DDEF0}" dt="2026-04-20T20:49:49.462" v="479" actId="26606"/>
          <ac:spMkLst>
            <pc:docMk/>
            <pc:sldMk cId="1483644120" sldId="259"/>
            <ac:spMk id="3" creationId="{EC96E884-5F39-E830-1B65-5CDAE7699181}"/>
          </ac:spMkLst>
        </pc:spChg>
        <pc:spChg chg="add">
          <ac:chgData name="Karim Sakr" userId="4d87a7be-c440-4233-b71a-0366e3b04890" providerId="ADAL" clId="{9ED0984B-1ACF-4CD1-9F16-7C668B9DDEF0}" dt="2026-04-20T20:49:49.462" v="479" actId="26606"/>
          <ac:spMkLst>
            <pc:docMk/>
            <pc:sldMk cId="1483644120" sldId="259"/>
            <ac:spMk id="9" creationId="{BACC6370-2D7E-4714-9D71-7542949D7D5D}"/>
          </ac:spMkLst>
        </pc:spChg>
        <pc:spChg chg="add">
          <ac:chgData name="Karim Sakr" userId="4d87a7be-c440-4233-b71a-0366e3b04890" providerId="ADAL" clId="{9ED0984B-1ACF-4CD1-9F16-7C668B9DDEF0}" dt="2026-04-20T20:49:49.462" v="479" actId="26606"/>
          <ac:spMkLst>
            <pc:docMk/>
            <pc:sldMk cId="1483644120" sldId="259"/>
            <ac:spMk id="11" creationId="{F68B3F68-107C-434F-AA38-110D5EA91B85}"/>
          </ac:spMkLst>
        </pc:spChg>
        <pc:spChg chg="add">
          <ac:chgData name="Karim Sakr" userId="4d87a7be-c440-4233-b71a-0366e3b04890" providerId="ADAL" clId="{9ED0984B-1ACF-4CD1-9F16-7C668B9DDEF0}" dt="2026-04-20T20:49:49.462" v="479" actId="26606"/>
          <ac:spMkLst>
            <pc:docMk/>
            <pc:sldMk cId="1483644120" sldId="259"/>
            <ac:spMk id="13" creationId="{AAD0DBB9-1A4B-4391-81D4-CB19F9AB918A}"/>
          </ac:spMkLst>
        </pc:spChg>
        <pc:spChg chg="add">
          <ac:chgData name="Karim Sakr" userId="4d87a7be-c440-4233-b71a-0366e3b04890" providerId="ADAL" clId="{9ED0984B-1ACF-4CD1-9F16-7C668B9DDEF0}" dt="2026-04-20T20:49:49.462" v="479" actId="26606"/>
          <ac:spMkLst>
            <pc:docMk/>
            <pc:sldMk cId="1483644120" sldId="259"/>
            <ac:spMk id="15" creationId="{063BBA22-50EA-4C4D-BE05-F1CE4E63AA56}"/>
          </ac:spMkLst>
        </pc:spChg>
        <pc:graphicFrameChg chg="add mod modGraphic">
          <ac:chgData name="Karim Sakr" userId="4d87a7be-c440-4233-b71a-0366e3b04890" providerId="ADAL" clId="{9ED0984B-1ACF-4CD1-9F16-7C668B9DDEF0}" dt="2026-04-20T20:50:12.624" v="482" actId="27957"/>
          <ac:graphicFrameMkLst>
            <pc:docMk/>
            <pc:sldMk cId="1483644120" sldId="259"/>
            <ac:graphicFrameMk id="5" creationId="{9BC7A3D1-BEF7-B96B-0CEA-0506B764A862}"/>
          </ac:graphicFrameMkLst>
        </pc:graphicFrameChg>
      </pc:sldChg>
      <pc:sldChg chg="addSp delSp modSp add mod ord">
        <pc:chgData name="Karim Sakr" userId="4d87a7be-c440-4233-b71a-0366e3b04890" providerId="ADAL" clId="{9ED0984B-1ACF-4CD1-9F16-7C668B9DDEF0}" dt="2026-04-20T21:00:16.738" v="775" actId="1076"/>
        <pc:sldMkLst>
          <pc:docMk/>
          <pc:sldMk cId="2898171330" sldId="260"/>
        </pc:sldMkLst>
        <pc:spChg chg="mod">
          <ac:chgData name="Karim Sakr" userId="4d87a7be-c440-4233-b71a-0366e3b04890" providerId="ADAL" clId="{9ED0984B-1ACF-4CD1-9F16-7C668B9DDEF0}" dt="2026-04-20T20:58:55.548" v="769" actId="20577"/>
          <ac:spMkLst>
            <pc:docMk/>
            <pc:sldMk cId="2898171330" sldId="260"/>
            <ac:spMk id="2" creationId="{2BEE69A4-3403-C195-F7B3-F225D5C1A2E4}"/>
          </ac:spMkLst>
        </pc:spChg>
        <pc:spChg chg="add del mod">
          <ac:chgData name="Karim Sakr" userId="4d87a7be-c440-4233-b71a-0366e3b04890" providerId="ADAL" clId="{9ED0984B-1ACF-4CD1-9F16-7C668B9DDEF0}" dt="2026-04-20T20:58:39.293" v="739" actId="22"/>
          <ac:spMkLst>
            <pc:docMk/>
            <pc:sldMk cId="2898171330" sldId="260"/>
            <ac:spMk id="4" creationId="{BA8B7251-50E1-4B05-0985-53DC46B943F0}"/>
          </ac:spMkLst>
        </pc:spChg>
        <pc:graphicFrameChg chg="del">
          <ac:chgData name="Karim Sakr" userId="4d87a7be-c440-4233-b71a-0366e3b04890" providerId="ADAL" clId="{9ED0984B-1ACF-4CD1-9F16-7C668B9DDEF0}" dt="2026-04-20T20:50:34.593" v="506" actId="478"/>
          <ac:graphicFrameMkLst>
            <pc:docMk/>
            <pc:sldMk cId="2898171330" sldId="260"/>
            <ac:graphicFrameMk id="5" creationId="{872D22FF-AEC2-0D9B-94B2-173FB01CA397}"/>
          </ac:graphicFrameMkLst>
        </pc:graphicFrameChg>
        <pc:picChg chg="add mod ord">
          <ac:chgData name="Karim Sakr" userId="4d87a7be-c440-4233-b71a-0366e3b04890" providerId="ADAL" clId="{9ED0984B-1ACF-4CD1-9F16-7C668B9DDEF0}" dt="2026-04-20T20:58:59.945" v="770" actId="1076"/>
          <ac:picMkLst>
            <pc:docMk/>
            <pc:sldMk cId="2898171330" sldId="260"/>
            <ac:picMk id="7" creationId="{8B12C710-F1FF-A61D-C776-F9F0CFB9661B}"/>
          </ac:picMkLst>
        </pc:picChg>
        <pc:picChg chg="add mod">
          <ac:chgData name="Karim Sakr" userId="4d87a7be-c440-4233-b71a-0366e3b04890" providerId="ADAL" clId="{9ED0984B-1ACF-4CD1-9F16-7C668B9DDEF0}" dt="2026-04-20T21:00:16.738" v="775" actId="1076"/>
          <ac:picMkLst>
            <pc:docMk/>
            <pc:sldMk cId="2898171330" sldId="260"/>
            <ac:picMk id="10" creationId="{C42F7EDC-F5C2-3BC8-517A-3046079D2FBE}"/>
          </ac:picMkLst>
        </pc:picChg>
      </pc:sldChg>
      <pc:sldChg chg="add">
        <pc:chgData name="Karim Sakr" userId="4d87a7be-c440-4233-b71a-0366e3b04890" providerId="ADAL" clId="{9ED0984B-1ACF-4CD1-9F16-7C668B9DDEF0}" dt="2026-04-20T20:56:25.628" v="680" actId="2890"/>
        <pc:sldMkLst>
          <pc:docMk/>
          <pc:sldMk cId="3416648100" sldId="261"/>
        </pc:sldMkLst>
      </pc:sldChg>
      <pc:sldChg chg="add">
        <pc:chgData name="Karim Sakr" userId="4d87a7be-c440-4233-b71a-0366e3b04890" providerId="ADAL" clId="{9ED0984B-1ACF-4CD1-9F16-7C668B9DDEF0}" dt="2026-04-20T20:56:25.946" v="681" actId="2890"/>
        <pc:sldMkLst>
          <pc:docMk/>
          <pc:sldMk cId="3933386222" sldId="262"/>
        </pc:sldMkLst>
      </pc:sldChg>
      <pc:sldChg chg="add">
        <pc:chgData name="Karim Sakr" userId="4d87a7be-c440-4233-b71a-0366e3b04890" providerId="ADAL" clId="{9ED0984B-1ACF-4CD1-9F16-7C668B9DDEF0}" dt="2026-04-20T20:56:26.387" v="682" actId="2890"/>
        <pc:sldMkLst>
          <pc:docMk/>
          <pc:sldMk cId="4197125281" sldId="263"/>
        </pc:sldMkLst>
      </pc:sldChg>
      <pc:sldChg chg="modSp add">
        <pc:chgData name="Karim Sakr" userId="4d87a7be-c440-4233-b71a-0366e3b04890" providerId="ADAL" clId="{9ED0984B-1ACF-4CD1-9F16-7C668B9DDEF0}" dt="2026-04-21T07:48:42.446" v="2709"/>
        <pc:sldMkLst>
          <pc:docMk/>
          <pc:sldMk cId="591264999" sldId="264"/>
        </pc:sldMkLst>
        <pc:graphicFrameChg chg="mod">
          <ac:chgData name="Karim Sakr" userId="4d87a7be-c440-4233-b71a-0366e3b04890" providerId="ADAL" clId="{9ED0984B-1ACF-4CD1-9F16-7C668B9DDEF0}" dt="2026-04-21T07:48:42.446" v="2709"/>
          <ac:graphicFrameMkLst>
            <pc:docMk/>
            <pc:sldMk cId="591264999" sldId="264"/>
            <ac:graphicFrameMk id="24" creationId="{50B1ACE5-153A-F3D0-3761-F11A606E93CC}"/>
          </ac:graphicFrameMkLst>
        </pc:graphicFrameChg>
      </pc:sldChg>
      <pc:sldChg chg="add">
        <pc:chgData name="Karim Sakr" userId="4d87a7be-c440-4233-b71a-0366e3b04890" providerId="ADAL" clId="{9ED0984B-1ACF-4CD1-9F16-7C668B9DDEF0}" dt="2026-04-20T20:56:27.070" v="684" actId="2890"/>
        <pc:sldMkLst>
          <pc:docMk/>
          <pc:sldMk cId="1396950656" sldId="265"/>
        </pc:sldMkLst>
      </pc:sldChg>
      <pc:sldChg chg="add">
        <pc:chgData name="Karim Sakr" userId="4d87a7be-c440-4233-b71a-0366e3b04890" providerId="ADAL" clId="{9ED0984B-1ACF-4CD1-9F16-7C668B9DDEF0}" dt="2026-04-20T20:56:27.450" v="685" actId="2890"/>
        <pc:sldMkLst>
          <pc:docMk/>
          <pc:sldMk cId="3714742934" sldId="266"/>
        </pc:sldMkLst>
      </pc:sldChg>
      <pc:sldChg chg="add">
        <pc:chgData name="Karim Sakr" userId="4d87a7be-c440-4233-b71a-0366e3b04890" providerId="ADAL" clId="{9ED0984B-1ACF-4CD1-9F16-7C668B9DDEF0}" dt="2026-04-20T20:56:27.736" v="686" actId="2890"/>
        <pc:sldMkLst>
          <pc:docMk/>
          <pc:sldMk cId="1821577284" sldId="267"/>
        </pc:sldMkLst>
      </pc:sldChg>
      <pc:sldChg chg="add">
        <pc:chgData name="Karim Sakr" userId="4d87a7be-c440-4233-b71a-0366e3b04890" providerId="ADAL" clId="{9ED0984B-1ACF-4CD1-9F16-7C668B9DDEF0}" dt="2026-04-20T20:56:28.052" v="687" actId="2890"/>
        <pc:sldMkLst>
          <pc:docMk/>
          <pc:sldMk cId="611612796" sldId="268"/>
        </pc:sldMkLst>
      </pc:sldChg>
      <pc:sldChg chg="modSp add mod">
        <pc:chgData name="Karim Sakr" userId="4d87a7be-c440-4233-b71a-0366e3b04890" providerId="ADAL" clId="{9ED0984B-1ACF-4CD1-9F16-7C668B9DDEF0}" dt="2026-04-20T21:58:00.385" v="2679" actId="20577"/>
        <pc:sldMkLst>
          <pc:docMk/>
          <pc:sldMk cId="4015780052" sldId="269"/>
        </pc:sldMkLst>
        <pc:spChg chg="mod">
          <ac:chgData name="Karim Sakr" userId="4d87a7be-c440-4233-b71a-0366e3b04890" providerId="ADAL" clId="{9ED0984B-1ACF-4CD1-9F16-7C668B9DDEF0}" dt="2026-04-20T21:58:00.385" v="2679" actId="20577"/>
          <ac:spMkLst>
            <pc:docMk/>
            <pc:sldMk cId="4015780052" sldId="269"/>
            <ac:spMk id="4" creationId="{03D6E075-C300-8AE0-9053-51927A869448}"/>
          </ac:spMkLst>
        </pc:spChg>
      </pc:sldChg>
      <pc:sldChg chg="addSp delSp modSp add mod">
        <pc:chgData name="Karim Sakr" userId="4d87a7be-c440-4233-b71a-0366e3b04890" providerId="ADAL" clId="{9ED0984B-1ACF-4CD1-9F16-7C668B9DDEF0}" dt="2026-04-20T21:09:47.233" v="953" actId="14100"/>
        <pc:sldMkLst>
          <pc:docMk/>
          <pc:sldMk cId="4284954195" sldId="270"/>
        </pc:sldMkLst>
        <pc:spChg chg="mod">
          <ac:chgData name="Karim Sakr" userId="4d87a7be-c440-4233-b71a-0366e3b04890" providerId="ADAL" clId="{9ED0984B-1ACF-4CD1-9F16-7C668B9DDEF0}" dt="2026-04-20T21:00:45.817" v="804" actId="20577"/>
          <ac:spMkLst>
            <pc:docMk/>
            <pc:sldMk cId="4284954195" sldId="270"/>
            <ac:spMk id="2" creationId="{BD85851A-5331-1231-5E99-CADED459D331}"/>
          </ac:spMkLst>
        </pc:spChg>
        <pc:spChg chg="add del mod">
          <ac:chgData name="Karim Sakr" userId="4d87a7be-c440-4233-b71a-0366e3b04890" providerId="ADAL" clId="{9ED0984B-1ACF-4CD1-9F16-7C668B9DDEF0}" dt="2026-04-20T21:00:51.644" v="806" actId="478"/>
          <ac:spMkLst>
            <pc:docMk/>
            <pc:sldMk cId="4284954195" sldId="270"/>
            <ac:spMk id="4" creationId="{D3B30A68-CB49-5B68-E6E2-9B0377CBF4CA}"/>
          </ac:spMkLst>
        </pc:spChg>
        <pc:spChg chg="add del mod">
          <ac:chgData name="Karim Sakr" userId="4d87a7be-c440-4233-b71a-0366e3b04890" providerId="ADAL" clId="{9ED0984B-1ACF-4CD1-9F16-7C668B9DDEF0}" dt="2026-04-20T21:09:43.763" v="952" actId="12084"/>
          <ac:spMkLst>
            <pc:docMk/>
            <pc:sldMk cId="4284954195" sldId="270"/>
            <ac:spMk id="14" creationId="{72C8B9D1-6AC6-BC3A-1570-5E4332DE6CBD}"/>
          </ac:spMkLst>
        </pc:spChg>
        <pc:graphicFrameChg chg="add mod">
          <ac:chgData name="Karim Sakr" userId="4d87a7be-c440-4233-b71a-0366e3b04890" providerId="ADAL" clId="{9ED0984B-1ACF-4CD1-9F16-7C668B9DDEF0}" dt="2026-04-20T21:09:47.233" v="953" actId="14100"/>
          <ac:graphicFrameMkLst>
            <pc:docMk/>
            <pc:sldMk cId="4284954195" sldId="270"/>
            <ac:graphicFrameMk id="16" creationId="{5A7E445F-C1FB-CD8D-E11D-42952864B26E}"/>
          </ac:graphicFrameMkLst>
        </pc:graphicFrameChg>
        <pc:picChg chg="add mod">
          <ac:chgData name="Karim Sakr" userId="4d87a7be-c440-4233-b71a-0366e3b04890" providerId="ADAL" clId="{9ED0984B-1ACF-4CD1-9F16-7C668B9DDEF0}" dt="2026-04-20T21:01:26.080" v="812" actId="1076"/>
          <ac:picMkLst>
            <pc:docMk/>
            <pc:sldMk cId="4284954195" sldId="270"/>
            <ac:picMk id="6" creationId="{8792B77C-0670-6091-150D-A3DAD48CDC4E}"/>
          </ac:picMkLst>
        </pc:picChg>
        <pc:picChg chg="del">
          <ac:chgData name="Karim Sakr" userId="4d87a7be-c440-4233-b71a-0366e3b04890" providerId="ADAL" clId="{9ED0984B-1ACF-4CD1-9F16-7C668B9DDEF0}" dt="2026-04-20T21:00:48.534" v="805" actId="478"/>
          <ac:picMkLst>
            <pc:docMk/>
            <pc:sldMk cId="4284954195" sldId="270"/>
            <ac:picMk id="7" creationId="{61060D80-0992-2543-9E42-F86D568C77C1}"/>
          </ac:picMkLst>
        </pc:picChg>
        <pc:picChg chg="del">
          <ac:chgData name="Karim Sakr" userId="4d87a7be-c440-4233-b71a-0366e3b04890" providerId="ADAL" clId="{9ED0984B-1ACF-4CD1-9F16-7C668B9DDEF0}" dt="2026-04-20T21:00:52.277" v="807" actId="478"/>
          <ac:picMkLst>
            <pc:docMk/>
            <pc:sldMk cId="4284954195" sldId="270"/>
            <ac:picMk id="10" creationId="{0229B68F-B54D-35E2-B0B0-9313BC473D33}"/>
          </ac:picMkLst>
        </pc:picChg>
        <pc:picChg chg="add mod">
          <ac:chgData name="Karim Sakr" userId="4d87a7be-c440-4233-b71a-0366e3b04890" providerId="ADAL" clId="{9ED0984B-1ACF-4CD1-9F16-7C668B9DDEF0}" dt="2026-04-20T21:01:50.972" v="815" actId="1076"/>
          <ac:picMkLst>
            <pc:docMk/>
            <pc:sldMk cId="4284954195" sldId="270"/>
            <ac:picMk id="12" creationId="{B6ED6A9E-0B72-E5C0-202A-84F766C67226}"/>
          </ac:picMkLst>
        </pc:picChg>
      </pc:sldChg>
      <pc:sldChg chg="addSp delSp modSp add mod">
        <pc:chgData name="Karim Sakr" userId="4d87a7be-c440-4233-b71a-0366e3b04890" providerId="ADAL" clId="{9ED0984B-1ACF-4CD1-9F16-7C668B9DDEF0}" dt="2026-04-20T21:20:37.225" v="1411" actId="20577"/>
        <pc:sldMkLst>
          <pc:docMk/>
          <pc:sldMk cId="967423677" sldId="271"/>
        </pc:sldMkLst>
        <pc:spChg chg="mod">
          <ac:chgData name="Karim Sakr" userId="4d87a7be-c440-4233-b71a-0366e3b04890" providerId="ADAL" clId="{9ED0984B-1ACF-4CD1-9F16-7C668B9DDEF0}" dt="2026-04-20T21:17:14.411" v="1211" actId="20577"/>
          <ac:spMkLst>
            <pc:docMk/>
            <pc:sldMk cId="967423677" sldId="271"/>
            <ac:spMk id="2" creationId="{85302F62-FABC-2A7E-8D0E-6EF0D48D0F5D}"/>
          </ac:spMkLst>
        </pc:spChg>
        <pc:spChg chg="add del mod">
          <ac:chgData name="Karim Sakr" userId="4d87a7be-c440-4233-b71a-0366e3b04890" providerId="ADAL" clId="{9ED0984B-1ACF-4CD1-9F16-7C668B9DDEF0}" dt="2026-04-20T21:17:19.183" v="1214" actId="478"/>
          <ac:spMkLst>
            <pc:docMk/>
            <pc:sldMk cId="967423677" sldId="271"/>
            <ac:spMk id="8" creationId="{ADEC29C2-4C46-69B1-6DF7-B42B765539E2}"/>
          </ac:spMkLst>
        </pc:spChg>
        <pc:spChg chg="add mod">
          <ac:chgData name="Karim Sakr" userId="4d87a7be-c440-4233-b71a-0366e3b04890" providerId="ADAL" clId="{9ED0984B-1ACF-4CD1-9F16-7C668B9DDEF0}" dt="2026-04-20T21:20:37.225" v="1411" actId="20577"/>
          <ac:spMkLst>
            <pc:docMk/>
            <pc:sldMk cId="967423677" sldId="271"/>
            <ac:spMk id="19" creationId="{D490E151-147D-8CB1-F8ED-E58D4950A797}"/>
          </ac:spMkLst>
        </pc:spChg>
        <pc:graphicFrameChg chg="del mod">
          <ac:chgData name="Karim Sakr" userId="4d87a7be-c440-4233-b71a-0366e3b04890" providerId="ADAL" clId="{9ED0984B-1ACF-4CD1-9F16-7C668B9DDEF0}" dt="2026-04-20T21:10:10.271" v="971" actId="478"/>
          <ac:graphicFrameMkLst>
            <pc:docMk/>
            <pc:sldMk cId="967423677" sldId="271"/>
            <ac:graphicFrameMk id="16" creationId="{E4B041CE-7C10-473A-AB8A-945844ACEB6F}"/>
          </ac:graphicFrameMkLst>
        </pc:graphicFrameChg>
        <pc:picChg chg="add del mod">
          <ac:chgData name="Karim Sakr" userId="4d87a7be-c440-4233-b71a-0366e3b04890" providerId="ADAL" clId="{9ED0984B-1ACF-4CD1-9F16-7C668B9DDEF0}" dt="2026-04-20T21:17:16.787" v="1212" actId="478"/>
          <ac:picMkLst>
            <pc:docMk/>
            <pc:sldMk cId="967423677" sldId="271"/>
            <ac:picMk id="4" creationId="{749CB5A4-20DF-5E59-D5AB-9BB4D2395A9C}"/>
          </ac:picMkLst>
        </pc:picChg>
        <pc:picChg chg="del">
          <ac:chgData name="Karim Sakr" userId="4d87a7be-c440-4233-b71a-0366e3b04890" providerId="ADAL" clId="{9ED0984B-1ACF-4CD1-9F16-7C668B9DDEF0}" dt="2026-04-20T21:10:06.099" v="968" actId="478"/>
          <ac:picMkLst>
            <pc:docMk/>
            <pc:sldMk cId="967423677" sldId="271"/>
            <ac:picMk id="6" creationId="{97EA7421-EFAE-64D3-2139-266F8DA567C7}"/>
          </ac:picMkLst>
        </pc:picChg>
        <pc:picChg chg="add del mod">
          <ac:chgData name="Karim Sakr" userId="4d87a7be-c440-4233-b71a-0366e3b04890" providerId="ADAL" clId="{9ED0984B-1ACF-4CD1-9F16-7C668B9DDEF0}" dt="2026-04-20T21:17:17.588" v="1213" actId="478"/>
          <ac:picMkLst>
            <pc:docMk/>
            <pc:sldMk cId="967423677" sldId="271"/>
            <ac:picMk id="7" creationId="{C8907F4F-275A-3C97-2B02-F79CD2188CD5}"/>
          </ac:picMkLst>
        </pc:picChg>
        <pc:picChg chg="del">
          <ac:chgData name="Karim Sakr" userId="4d87a7be-c440-4233-b71a-0366e3b04890" providerId="ADAL" clId="{9ED0984B-1ACF-4CD1-9F16-7C668B9DDEF0}" dt="2026-04-20T21:10:10.803" v="972" actId="478"/>
          <ac:picMkLst>
            <pc:docMk/>
            <pc:sldMk cId="967423677" sldId="271"/>
            <ac:picMk id="12" creationId="{CB4078C6-DA7B-AF77-1D84-C09EAC942E8C}"/>
          </ac:picMkLst>
        </pc:picChg>
        <pc:picChg chg="add mod">
          <ac:chgData name="Karim Sakr" userId="4d87a7be-c440-4233-b71a-0366e3b04890" providerId="ADAL" clId="{9ED0984B-1ACF-4CD1-9F16-7C668B9DDEF0}" dt="2026-04-20T21:18:30.821" v="1222" actId="1076"/>
          <ac:picMkLst>
            <pc:docMk/>
            <pc:sldMk cId="967423677" sldId="271"/>
            <ac:picMk id="14" creationId="{06146DDF-F57A-92E8-9F34-459189C2607B}"/>
          </ac:picMkLst>
        </pc:picChg>
        <pc:picChg chg="add mod">
          <ac:chgData name="Karim Sakr" userId="4d87a7be-c440-4233-b71a-0366e3b04890" providerId="ADAL" clId="{9ED0984B-1ACF-4CD1-9F16-7C668B9DDEF0}" dt="2026-04-20T21:18:18.670" v="1219" actId="14100"/>
          <ac:picMkLst>
            <pc:docMk/>
            <pc:sldMk cId="967423677" sldId="271"/>
            <ac:picMk id="18" creationId="{32E3383B-38E5-FB92-8DA5-0B1FAD224DC8}"/>
          </ac:picMkLst>
        </pc:picChg>
      </pc:sldChg>
      <pc:sldChg chg="modSp add mod ord">
        <pc:chgData name="Karim Sakr" userId="4d87a7be-c440-4233-b71a-0366e3b04890" providerId="ADAL" clId="{9ED0984B-1ACF-4CD1-9F16-7C668B9DDEF0}" dt="2026-04-20T21:17:01.043" v="1199"/>
        <pc:sldMkLst>
          <pc:docMk/>
          <pc:sldMk cId="1741442138" sldId="272"/>
        </pc:sldMkLst>
        <pc:spChg chg="mod">
          <ac:chgData name="Karim Sakr" userId="4d87a7be-c440-4233-b71a-0366e3b04890" providerId="ADAL" clId="{9ED0984B-1ACF-4CD1-9F16-7C668B9DDEF0}" dt="2026-04-20T21:16:39.183" v="1197" actId="404"/>
          <ac:spMkLst>
            <pc:docMk/>
            <pc:sldMk cId="1741442138" sldId="272"/>
            <ac:spMk id="8" creationId="{DC371938-D048-E3D2-155D-C5AF7766D1DE}"/>
          </ac:spMkLst>
        </pc:spChg>
      </pc:sldChg>
      <pc:sldChg chg="addSp delSp modSp add mod">
        <pc:chgData name="Karim Sakr" userId="4d87a7be-c440-4233-b71a-0366e3b04890" providerId="ADAL" clId="{9ED0984B-1ACF-4CD1-9F16-7C668B9DDEF0}" dt="2026-04-20T21:37:07.923" v="1794" actId="20577"/>
        <pc:sldMkLst>
          <pc:docMk/>
          <pc:sldMk cId="223100457" sldId="273"/>
        </pc:sldMkLst>
        <pc:spChg chg="mod">
          <ac:chgData name="Karim Sakr" userId="4d87a7be-c440-4233-b71a-0366e3b04890" providerId="ADAL" clId="{9ED0984B-1ACF-4CD1-9F16-7C668B9DDEF0}" dt="2026-04-20T21:24:21.764" v="1492" actId="27636"/>
          <ac:spMkLst>
            <pc:docMk/>
            <pc:sldMk cId="223100457" sldId="273"/>
            <ac:spMk id="2" creationId="{802093FB-2242-19DC-A127-6DDC132FED60}"/>
          </ac:spMkLst>
        </pc:spChg>
        <pc:spChg chg="add mod">
          <ac:chgData name="Karim Sakr" userId="4d87a7be-c440-4233-b71a-0366e3b04890" providerId="ADAL" clId="{9ED0984B-1ACF-4CD1-9F16-7C668B9DDEF0}" dt="2026-04-20T21:37:07.923" v="1794" actId="20577"/>
          <ac:spMkLst>
            <pc:docMk/>
            <pc:sldMk cId="223100457" sldId="273"/>
            <ac:spMk id="7" creationId="{CCEE4A8E-D4D5-47D4-9AA1-13B4B7001908}"/>
          </ac:spMkLst>
        </pc:spChg>
        <pc:spChg chg="del">
          <ac:chgData name="Karim Sakr" userId="4d87a7be-c440-4233-b71a-0366e3b04890" providerId="ADAL" clId="{9ED0984B-1ACF-4CD1-9F16-7C668B9DDEF0}" dt="2026-04-20T21:24:30.371" v="1495" actId="478"/>
          <ac:spMkLst>
            <pc:docMk/>
            <pc:sldMk cId="223100457" sldId="273"/>
            <ac:spMk id="19" creationId="{20864154-DA34-9D48-8522-2F33170312D6}"/>
          </ac:spMkLst>
        </pc:spChg>
        <pc:picChg chg="add mod">
          <ac:chgData name="Karim Sakr" userId="4d87a7be-c440-4233-b71a-0366e3b04890" providerId="ADAL" clId="{9ED0984B-1ACF-4CD1-9F16-7C668B9DDEF0}" dt="2026-04-20T21:31:55.751" v="1497" actId="1076"/>
          <ac:picMkLst>
            <pc:docMk/>
            <pc:sldMk cId="223100457" sldId="273"/>
            <ac:picMk id="4" creationId="{03201E51-7485-1CFC-A2DB-36291805C663}"/>
          </ac:picMkLst>
        </pc:picChg>
        <pc:picChg chg="add mod">
          <ac:chgData name="Karim Sakr" userId="4d87a7be-c440-4233-b71a-0366e3b04890" providerId="ADAL" clId="{9ED0984B-1ACF-4CD1-9F16-7C668B9DDEF0}" dt="2026-04-20T21:33:18.090" v="1503" actId="14100"/>
          <ac:picMkLst>
            <pc:docMk/>
            <pc:sldMk cId="223100457" sldId="273"/>
            <ac:picMk id="6" creationId="{1E1F43A8-5AC8-C927-BDC4-1E4CC9532175}"/>
          </ac:picMkLst>
        </pc:picChg>
        <pc:picChg chg="del">
          <ac:chgData name="Karim Sakr" userId="4d87a7be-c440-4233-b71a-0366e3b04890" providerId="ADAL" clId="{9ED0984B-1ACF-4CD1-9F16-7C668B9DDEF0}" dt="2026-04-20T21:24:25.681" v="1494" actId="478"/>
          <ac:picMkLst>
            <pc:docMk/>
            <pc:sldMk cId="223100457" sldId="273"/>
            <ac:picMk id="14" creationId="{83C4BD75-5339-BA73-F0CC-AF527A9597FC}"/>
          </ac:picMkLst>
        </pc:picChg>
        <pc:picChg chg="del">
          <ac:chgData name="Karim Sakr" userId="4d87a7be-c440-4233-b71a-0366e3b04890" providerId="ADAL" clId="{9ED0984B-1ACF-4CD1-9F16-7C668B9DDEF0}" dt="2026-04-20T21:24:25.015" v="1493" actId="478"/>
          <ac:picMkLst>
            <pc:docMk/>
            <pc:sldMk cId="223100457" sldId="273"/>
            <ac:picMk id="18" creationId="{D68BEBC8-88F8-A7FE-AD55-A52FB6B2D217}"/>
          </ac:picMkLst>
        </pc:picChg>
      </pc:sldChg>
      <pc:sldChg chg="addSp delSp modSp add mod">
        <pc:chgData name="Karim Sakr" userId="4d87a7be-c440-4233-b71a-0366e3b04890" providerId="ADAL" clId="{9ED0984B-1ACF-4CD1-9F16-7C668B9DDEF0}" dt="2026-04-20T21:42:15.439" v="2000"/>
        <pc:sldMkLst>
          <pc:docMk/>
          <pc:sldMk cId="3511373796" sldId="274"/>
        </pc:sldMkLst>
        <pc:spChg chg="mod">
          <ac:chgData name="Karim Sakr" userId="4d87a7be-c440-4233-b71a-0366e3b04890" providerId="ADAL" clId="{9ED0984B-1ACF-4CD1-9F16-7C668B9DDEF0}" dt="2026-04-20T21:41:43.174" v="1997" actId="26606"/>
          <ac:spMkLst>
            <pc:docMk/>
            <pc:sldMk cId="3511373796" sldId="274"/>
            <ac:spMk id="2" creationId="{5D6EE0EA-E0FA-D89A-B92C-66D9FE3805E9}"/>
          </ac:spMkLst>
        </pc:spChg>
        <pc:spChg chg="add del mod">
          <ac:chgData name="Karim Sakr" userId="4d87a7be-c440-4233-b71a-0366e3b04890" providerId="ADAL" clId="{9ED0984B-1ACF-4CD1-9F16-7C668B9DDEF0}" dt="2026-04-20T21:41:43.174" v="1997" actId="26606"/>
          <ac:spMkLst>
            <pc:docMk/>
            <pc:sldMk cId="3511373796" sldId="274"/>
            <ac:spMk id="3" creationId="{795AC296-F79F-CACC-1ED4-6D0163FEB1D8}"/>
          </ac:spMkLst>
        </pc:spChg>
        <pc:spChg chg="del">
          <ac:chgData name="Karim Sakr" userId="4d87a7be-c440-4233-b71a-0366e3b04890" providerId="ADAL" clId="{9ED0984B-1ACF-4CD1-9F16-7C668B9DDEF0}" dt="2026-04-20T21:38:20.717" v="1831" actId="478"/>
          <ac:spMkLst>
            <pc:docMk/>
            <pc:sldMk cId="3511373796" sldId="274"/>
            <ac:spMk id="7" creationId="{D89E607E-88FD-22A1-73E3-4F0709B59A27}"/>
          </ac:spMkLst>
        </pc:spChg>
        <pc:spChg chg="del">
          <ac:chgData name="Karim Sakr" userId="4d87a7be-c440-4233-b71a-0366e3b04890" providerId="ADAL" clId="{9ED0984B-1ACF-4CD1-9F16-7C668B9DDEF0}" dt="2026-04-20T21:41:43.174" v="1997" actId="26606"/>
          <ac:spMkLst>
            <pc:docMk/>
            <pc:sldMk cId="3511373796" sldId="274"/>
            <ac:spMk id="9" creationId="{CB833D9A-87DD-1017-2B36-59A9BF1EF38E}"/>
          </ac:spMkLst>
        </pc:spChg>
        <pc:spChg chg="del">
          <ac:chgData name="Karim Sakr" userId="4d87a7be-c440-4233-b71a-0366e3b04890" providerId="ADAL" clId="{9ED0984B-1ACF-4CD1-9F16-7C668B9DDEF0}" dt="2026-04-20T21:41:43.174" v="1997" actId="26606"/>
          <ac:spMkLst>
            <pc:docMk/>
            <pc:sldMk cId="3511373796" sldId="274"/>
            <ac:spMk id="11" creationId="{12C10447-6762-052C-C75D-1A9B14F8F28F}"/>
          </ac:spMkLst>
        </pc:spChg>
        <pc:spChg chg="del">
          <ac:chgData name="Karim Sakr" userId="4d87a7be-c440-4233-b71a-0366e3b04890" providerId="ADAL" clId="{9ED0984B-1ACF-4CD1-9F16-7C668B9DDEF0}" dt="2026-04-20T21:41:43.174" v="1997" actId="26606"/>
          <ac:spMkLst>
            <pc:docMk/>
            <pc:sldMk cId="3511373796" sldId="274"/>
            <ac:spMk id="13" creationId="{E5121404-53F2-505D-F65C-6F94141557C0}"/>
          </ac:spMkLst>
        </pc:spChg>
        <pc:spChg chg="del">
          <ac:chgData name="Karim Sakr" userId="4d87a7be-c440-4233-b71a-0366e3b04890" providerId="ADAL" clId="{9ED0984B-1ACF-4CD1-9F16-7C668B9DDEF0}" dt="2026-04-20T21:41:43.174" v="1997" actId="26606"/>
          <ac:spMkLst>
            <pc:docMk/>
            <pc:sldMk cId="3511373796" sldId="274"/>
            <ac:spMk id="15" creationId="{5BC0AFD6-714A-D5BA-152A-DDC6EA012573}"/>
          </ac:spMkLst>
        </pc:spChg>
        <pc:spChg chg="add">
          <ac:chgData name="Karim Sakr" userId="4d87a7be-c440-4233-b71a-0366e3b04890" providerId="ADAL" clId="{9ED0984B-1ACF-4CD1-9F16-7C668B9DDEF0}" dt="2026-04-20T21:41:43.174" v="1997" actId="26606"/>
          <ac:spMkLst>
            <pc:docMk/>
            <pc:sldMk cId="3511373796" sldId="274"/>
            <ac:spMk id="21" creationId="{BACC6370-2D7E-4714-9D71-7542949D7D5D}"/>
          </ac:spMkLst>
        </pc:spChg>
        <pc:spChg chg="add">
          <ac:chgData name="Karim Sakr" userId="4d87a7be-c440-4233-b71a-0366e3b04890" providerId="ADAL" clId="{9ED0984B-1ACF-4CD1-9F16-7C668B9DDEF0}" dt="2026-04-20T21:41:43.174" v="1997" actId="26606"/>
          <ac:spMkLst>
            <pc:docMk/>
            <pc:sldMk cId="3511373796" sldId="274"/>
            <ac:spMk id="23" creationId="{F68B3F68-107C-434F-AA38-110D5EA91B85}"/>
          </ac:spMkLst>
        </pc:spChg>
        <pc:spChg chg="add">
          <ac:chgData name="Karim Sakr" userId="4d87a7be-c440-4233-b71a-0366e3b04890" providerId="ADAL" clId="{9ED0984B-1ACF-4CD1-9F16-7C668B9DDEF0}" dt="2026-04-20T21:41:43.174" v="1997" actId="26606"/>
          <ac:spMkLst>
            <pc:docMk/>
            <pc:sldMk cId="3511373796" sldId="274"/>
            <ac:spMk id="25" creationId="{AAD0DBB9-1A4B-4391-81D4-CB19F9AB918A}"/>
          </ac:spMkLst>
        </pc:spChg>
        <pc:spChg chg="add">
          <ac:chgData name="Karim Sakr" userId="4d87a7be-c440-4233-b71a-0366e3b04890" providerId="ADAL" clId="{9ED0984B-1ACF-4CD1-9F16-7C668B9DDEF0}" dt="2026-04-20T21:41:43.174" v="1997" actId="26606"/>
          <ac:spMkLst>
            <pc:docMk/>
            <pc:sldMk cId="3511373796" sldId="274"/>
            <ac:spMk id="27" creationId="{063BBA22-50EA-4C4D-BE05-F1CE4E63AA56}"/>
          </ac:spMkLst>
        </pc:spChg>
        <pc:graphicFrameChg chg="add mod">
          <ac:chgData name="Karim Sakr" userId="4d87a7be-c440-4233-b71a-0366e3b04890" providerId="ADAL" clId="{9ED0984B-1ACF-4CD1-9F16-7C668B9DDEF0}" dt="2026-04-20T21:42:15.439" v="2000"/>
          <ac:graphicFrameMkLst>
            <pc:docMk/>
            <pc:sldMk cId="3511373796" sldId="274"/>
            <ac:graphicFrameMk id="5" creationId="{381F2680-CF63-DD70-9FBF-D1E5CFFB2B78}"/>
          </ac:graphicFrameMkLst>
        </pc:graphicFrameChg>
        <pc:graphicFrameChg chg="mod">
          <ac:chgData name="Karim Sakr" userId="4d87a7be-c440-4233-b71a-0366e3b04890" providerId="ADAL" clId="{9ED0984B-1ACF-4CD1-9F16-7C668B9DDEF0}" dt="2026-04-20T21:41:56.467" v="1998" actId="12100"/>
          <ac:graphicFrameMkLst>
            <pc:docMk/>
            <pc:sldMk cId="3511373796" sldId="274"/>
            <ac:graphicFrameMk id="17" creationId="{D73B2E13-B418-468E-E49F-5A52C0F2B322}"/>
          </ac:graphicFrameMkLst>
        </pc:graphicFrameChg>
        <pc:picChg chg="del">
          <ac:chgData name="Karim Sakr" userId="4d87a7be-c440-4233-b71a-0366e3b04890" providerId="ADAL" clId="{9ED0984B-1ACF-4CD1-9F16-7C668B9DDEF0}" dt="2026-04-20T21:38:10.061" v="1829" actId="478"/>
          <ac:picMkLst>
            <pc:docMk/>
            <pc:sldMk cId="3511373796" sldId="274"/>
            <ac:picMk id="4" creationId="{ED631142-D182-A44C-4168-D737A66D9AEC}"/>
          </ac:picMkLst>
        </pc:picChg>
        <pc:picChg chg="del">
          <ac:chgData name="Karim Sakr" userId="4d87a7be-c440-4233-b71a-0366e3b04890" providerId="ADAL" clId="{9ED0984B-1ACF-4CD1-9F16-7C668B9DDEF0}" dt="2026-04-20T21:38:10.873" v="1830" actId="478"/>
          <ac:picMkLst>
            <pc:docMk/>
            <pc:sldMk cId="3511373796" sldId="274"/>
            <ac:picMk id="6" creationId="{AD521E19-FB76-CE28-52CF-290F7A5D9A48}"/>
          </ac:picMkLst>
        </pc:picChg>
      </pc:sldChg>
      <pc:sldChg chg="addSp delSp modSp add mod">
        <pc:chgData name="Karim Sakr" userId="4d87a7be-c440-4233-b71a-0366e3b04890" providerId="ADAL" clId="{9ED0984B-1ACF-4CD1-9F16-7C668B9DDEF0}" dt="2026-04-20T21:50:23.170" v="2383" actId="1076"/>
        <pc:sldMkLst>
          <pc:docMk/>
          <pc:sldMk cId="4027398157" sldId="275"/>
        </pc:sldMkLst>
        <pc:spChg chg="mod">
          <ac:chgData name="Karim Sakr" userId="4d87a7be-c440-4233-b71a-0366e3b04890" providerId="ADAL" clId="{9ED0984B-1ACF-4CD1-9F16-7C668B9DDEF0}" dt="2026-04-20T21:42:42.230" v="2057" actId="20577"/>
          <ac:spMkLst>
            <pc:docMk/>
            <pc:sldMk cId="4027398157" sldId="275"/>
            <ac:spMk id="2" creationId="{C8AD7591-04BE-F61E-C3FA-1BA19A65382E}"/>
          </ac:spMkLst>
        </pc:spChg>
        <pc:spChg chg="add mod">
          <ac:chgData name="Karim Sakr" userId="4d87a7be-c440-4233-b71a-0366e3b04890" providerId="ADAL" clId="{9ED0984B-1ACF-4CD1-9F16-7C668B9DDEF0}" dt="2026-04-20T21:50:23.170" v="2383" actId="1076"/>
          <ac:spMkLst>
            <pc:docMk/>
            <pc:sldMk cId="4027398157" sldId="275"/>
            <ac:spMk id="7" creationId="{F20AEFBA-0599-7789-B72B-E11086F0AFD7}"/>
          </ac:spMkLst>
        </pc:spChg>
        <pc:graphicFrameChg chg="del">
          <ac:chgData name="Karim Sakr" userId="4d87a7be-c440-4233-b71a-0366e3b04890" providerId="ADAL" clId="{9ED0984B-1ACF-4CD1-9F16-7C668B9DDEF0}" dt="2026-04-20T21:42:53.727" v="2058" actId="478"/>
          <ac:graphicFrameMkLst>
            <pc:docMk/>
            <pc:sldMk cId="4027398157" sldId="275"/>
            <ac:graphicFrameMk id="17" creationId="{44E4484B-C350-4A78-F9C9-FBF27972B3BC}"/>
          </ac:graphicFrameMkLst>
        </pc:graphicFrameChg>
        <pc:picChg chg="add mod">
          <ac:chgData name="Karim Sakr" userId="4d87a7be-c440-4233-b71a-0366e3b04890" providerId="ADAL" clId="{9ED0984B-1ACF-4CD1-9F16-7C668B9DDEF0}" dt="2026-04-20T21:43:49.017" v="2060" actId="1076"/>
          <ac:picMkLst>
            <pc:docMk/>
            <pc:sldMk cId="4027398157" sldId="275"/>
            <ac:picMk id="4" creationId="{F7F8F881-0921-C50A-5298-171A8FB352AF}"/>
          </ac:picMkLst>
        </pc:picChg>
        <pc:picChg chg="add mod">
          <ac:chgData name="Karim Sakr" userId="4d87a7be-c440-4233-b71a-0366e3b04890" providerId="ADAL" clId="{9ED0984B-1ACF-4CD1-9F16-7C668B9DDEF0}" dt="2026-04-20T21:44:05.291" v="2062" actId="1076"/>
          <ac:picMkLst>
            <pc:docMk/>
            <pc:sldMk cId="4027398157" sldId="275"/>
            <ac:picMk id="6" creationId="{F10F032C-5498-668F-8EAB-98DF1A0734BB}"/>
          </ac:picMkLst>
        </pc:picChg>
        <pc:picChg chg="add mod">
          <ac:chgData name="Karim Sakr" userId="4d87a7be-c440-4233-b71a-0366e3b04890" providerId="ADAL" clId="{9ED0984B-1ACF-4CD1-9F16-7C668B9DDEF0}" dt="2026-04-20T21:49:44.536" v="2329" actId="14100"/>
          <ac:picMkLst>
            <pc:docMk/>
            <pc:sldMk cId="4027398157" sldId="275"/>
            <ac:picMk id="9" creationId="{C6ABD57A-4637-F445-5F0F-BB54A2F4452B}"/>
          </ac:picMkLst>
        </pc:picChg>
      </pc:sldChg>
      <pc:sldChg chg="addSp delSp modSp add mod">
        <pc:chgData name="Karim Sakr" userId="4d87a7be-c440-4233-b71a-0366e3b04890" providerId="ADAL" clId="{9ED0984B-1ACF-4CD1-9F16-7C668B9DDEF0}" dt="2026-04-20T21:53:39.757" v="2639" actId="12"/>
        <pc:sldMkLst>
          <pc:docMk/>
          <pc:sldMk cId="759475778" sldId="276"/>
        </pc:sldMkLst>
        <pc:spChg chg="mod">
          <ac:chgData name="Karim Sakr" userId="4d87a7be-c440-4233-b71a-0366e3b04890" providerId="ADAL" clId="{9ED0984B-1ACF-4CD1-9F16-7C668B9DDEF0}" dt="2026-04-20T21:51:39.026" v="2402" actId="20577"/>
          <ac:spMkLst>
            <pc:docMk/>
            <pc:sldMk cId="759475778" sldId="276"/>
            <ac:spMk id="2" creationId="{00D679AB-48A4-3BF9-BB2A-CAFF582D8089}"/>
          </ac:spMkLst>
        </pc:spChg>
        <pc:spChg chg="mod">
          <ac:chgData name="Karim Sakr" userId="4d87a7be-c440-4233-b71a-0366e3b04890" providerId="ADAL" clId="{9ED0984B-1ACF-4CD1-9F16-7C668B9DDEF0}" dt="2026-04-20T21:53:39.757" v="2639" actId="12"/>
          <ac:spMkLst>
            <pc:docMk/>
            <pc:sldMk cId="759475778" sldId="276"/>
            <ac:spMk id="7" creationId="{3CACDA8E-B51B-7312-E8F5-C3E12B01D1B5}"/>
          </ac:spMkLst>
        </pc:spChg>
        <pc:picChg chg="del">
          <ac:chgData name="Karim Sakr" userId="4d87a7be-c440-4233-b71a-0366e3b04890" providerId="ADAL" clId="{9ED0984B-1ACF-4CD1-9F16-7C668B9DDEF0}" dt="2026-04-20T21:51:41.120" v="2403" actId="478"/>
          <ac:picMkLst>
            <pc:docMk/>
            <pc:sldMk cId="759475778" sldId="276"/>
            <ac:picMk id="4" creationId="{C69F1BD9-C0BC-491D-A5C2-68CB5DB3C5F9}"/>
          </ac:picMkLst>
        </pc:picChg>
        <pc:picChg chg="add mod">
          <ac:chgData name="Karim Sakr" userId="4d87a7be-c440-4233-b71a-0366e3b04890" providerId="ADAL" clId="{9ED0984B-1ACF-4CD1-9F16-7C668B9DDEF0}" dt="2026-04-20T21:51:46.052" v="2407" actId="1076"/>
          <ac:picMkLst>
            <pc:docMk/>
            <pc:sldMk cId="759475778" sldId="276"/>
            <ac:picMk id="5" creationId="{8068E7F8-A4DF-7BFE-790C-FEE2FA830318}"/>
          </ac:picMkLst>
        </pc:picChg>
        <pc:picChg chg="del">
          <ac:chgData name="Karim Sakr" userId="4d87a7be-c440-4233-b71a-0366e3b04890" providerId="ADAL" clId="{9ED0984B-1ACF-4CD1-9F16-7C668B9DDEF0}" dt="2026-04-20T21:51:42.301" v="2405" actId="478"/>
          <ac:picMkLst>
            <pc:docMk/>
            <pc:sldMk cId="759475778" sldId="276"/>
            <ac:picMk id="6" creationId="{DB05AC9F-CE0C-4466-E929-CE7759A3D829}"/>
          </ac:picMkLst>
        </pc:picChg>
        <pc:picChg chg="del">
          <ac:chgData name="Karim Sakr" userId="4d87a7be-c440-4233-b71a-0366e3b04890" providerId="ADAL" clId="{9ED0984B-1ACF-4CD1-9F16-7C668B9DDEF0}" dt="2026-04-20T21:51:41.795" v="2404" actId="478"/>
          <ac:picMkLst>
            <pc:docMk/>
            <pc:sldMk cId="759475778" sldId="276"/>
            <ac:picMk id="9" creationId="{0496D863-9F93-0472-64E4-C2314865A512}"/>
          </ac:picMkLst>
        </pc:picChg>
      </pc:sldChg>
      <pc:sldChg chg="addSp delSp modSp add mod">
        <pc:chgData name="Karim Sakr" userId="4d87a7be-c440-4233-b71a-0366e3b04890" providerId="ADAL" clId="{9ED0984B-1ACF-4CD1-9F16-7C668B9DDEF0}" dt="2026-04-20T21:55:14.648" v="2667" actId="14100"/>
        <pc:sldMkLst>
          <pc:docMk/>
          <pc:sldMk cId="3734889110" sldId="277"/>
        </pc:sldMkLst>
        <pc:spChg chg="mod">
          <ac:chgData name="Karim Sakr" userId="4d87a7be-c440-4233-b71a-0366e3b04890" providerId="ADAL" clId="{9ED0984B-1ACF-4CD1-9F16-7C668B9DDEF0}" dt="2026-04-20T21:54:25.735" v="2657" actId="20577"/>
          <ac:spMkLst>
            <pc:docMk/>
            <pc:sldMk cId="3734889110" sldId="277"/>
            <ac:spMk id="2" creationId="{0A1E8297-F3E4-56F9-84BE-A77AEE17205E}"/>
          </ac:spMkLst>
        </pc:spChg>
        <pc:spChg chg="del">
          <ac:chgData name="Karim Sakr" userId="4d87a7be-c440-4233-b71a-0366e3b04890" providerId="ADAL" clId="{9ED0984B-1ACF-4CD1-9F16-7C668B9DDEF0}" dt="2026-04-20T21:54:30.866" v="2659" actId="478"/>
          <ac:spMkLst>
            <pc:docMk/>
            <pc:sldMk cId="3734889110" sldId="277"/>
            <ac:spMk id="7" creationId="{E65A1D7B-5EEB-A2F9-524F-CD471D334A35}"/>
          </ac:spMkLst>
        </pc:spChg>
        <pc:picChg chg="add mod">
          <ac:chgData name="Karim Sakr" userId="4d87a7be-c440-4233-b71a-0366e3b04890" providerId="ADAL" clId="{9ED0984B-1ACF-4CD1-9F16-7C668B9DDEF0}" dt="2026-04-20T21:54:39.179" v="2663" actId="14100"/>
          <ac:picMkLst>
            <pc:docMk/>
            <pc:sldMk cId="3734889110" sldId="277"/>
            <ac:picMk id="4" creationId="{1D49125B-1509-2078-9BB9-733960366B8A}"/>
          </ac:picMkLst>
        </pc:picChg>
        <pc:picChg chg="del">
          <ac:chgData name="Karim Sakr" userId="4d87a7be-c440-4233-b71a-0366e3b04890" providerId="ADAL" clId="{9ED0984B-1ACF-4CD1-9F16-7C668B9DDEF0}" dt="2026-04-20T21:54:28.205" v="2658" actId="478"/>
          <ac:picMkLst>
            <pc:docMk/>
            <pc:sldMk cId="3734889110" sldId="277"/>
            <ac:picMk id="5" creationId="{00DC9147-8529-E086-608F-C4A0542DE19A}"/>
          </ac:picMkLst>
        </pc:picChg>
        <pc:picChg chg="add mod">
          <ac:chgData name="Karim Sakr" userId="4d87a7be-c440-4233-b71a-0366e3b04890" providerId="ADAL" clId="{9ED0984B-1ACF-4CD1-9F16-7C668B9DDEF0}" dt="2026-04-20T21:55:14.648" v="2667" actId="14100"/>
          <ac:picMkLst>
            <pc:docMk/>
            <pc:sldMk cId="3734889110" sldId="277"/>
            <ac:picMk id="8" creationId="{666AD4F9-4EA1-53F9-EEE4-E9FA66E04633}"/>
          </ac:picMkLst>
        </pc:picChg>
      </pc:sldChg>
    </pc:docChg>
  </pc:docChgLst>
  <pc:docChgLst>
    <pc:chgData name="Ahmad Chamieh" userId="S::ahmad.chamieh@lau.edu::3b7a2766-988e-4bb0-9ace-2fef7c408fb3" providerId="AD" clId="Web-{7735BAA7-116E-21C8-F680-49E72DF11141}"/>
    <pc:docChg chg="mod addSld delSld modSld sldOrd addMainMaster delMainMaster">
      <pc:chgData name="Ahmad Chamieh" userId="S::ahmad.chamieh@lau.edu::3b7a2766-988e-4bb0-9ace-2fef7c408fb3" providerId="AD" clId="Web-{7735BAA7-116E-21C8-F680-49E72DF11141}" dt="2026-04-20T22:00:54.548" v="949" actId="20577"/>
      <pc:docMkLst>
        <pc:docMk/>
      </pc:docMkLst>
      <pc:sldChg chg="addSp delSp modSp mod modClrScheme delDesignElem chgLayout">
        <pc:chgData name="Ahmad Chamieh" userId="S::ahmad.chamieh@lau.edu::3b7a2766-988e-4bb0-9ace-2fef7c408fb3" providerId="AD" clId="Web-{7735BAA7-116E-21C8-F680-49E72DF11141}" dt="2026-04-20T20:51:37.890" v="218"/>
        <pc:sldMkLst>
          <pc:docMk/>
          <pc:sldMk cId="2820372771" sldId="256"/>
        </pc:sldMkLst>
        <pc:spChg chg="mod ord">
          <ac:chgData name="Ahmad Chamieh" userId="S::ahmad.chamieh@lau.edu::3b7a2766-988e-4bb0-9ace-2fef7c408fb3" providerId="AD" clId="Web-{7735BAA7-116E-21C8-F680-49E72DF11141}" dt="2026-04-20T20:51:37.890" v="218"/>
          <ac:spMkLst>
            <pc:docMk/>
            <pc:sldMk cId="2820372771" sldId="256"/>
            <ac:spMk id="2" creationId="{23375ECE-836D-EEC8-7423-F07BD9397D52}"/>
          </ac:spMkLst>
        </pc:spChg>
        <pc:spChg chg="mod ord">
          <ac:chgData name="Ahmad Chamieh" userId="S::ahmad.chamieh@lau.edu::3b7a2766-988e-4bb0-9ace-2fef7c408fb3" providerId="AD" clId="Web-{7735BAA7-116E-21C8-F680-49E72DF11141}" dt="2026-04-20T20:51:37.890" v="218"/>
          <ac:spMkLst>
            <pc:docMk/>
            <pc:sldMk cId="2820372771" sldId="256"/>
            <ac:spMk id="3" creationId="{26E0165F-AE0B-A258-5892-51CF51F495D3}"/>
          </ac:spMkLst>
        </pc:spChg>
        <pc:spChg chg="add del">
          <ac:chgData name="Ahmad Chamieh" userId="S::ahmad.chamieh@lau.edu::3b7a2766-988e-4bb0-9ace-2fef7c408fb3" providerId="AD" clId="Web-{7735BAA7-116E-21C8-F680-49E72DF11141}" dt="2026-04-20T20:51:37.890" v="218"/>
          <ac:spMkLst>
            <pc:docMk/>
            <pc:sldMk cId="2820372771" sldId="256"/>
            <ac:spMk id="10" creationId="{8555C5B3-193A-4749-9AFD-682E53CDDE8F}"/>
          </ac:spMkLst>
        </pc:spChg>
        <pc:spChg chg="add del">
          <ac:chgData name="Ahmad Chamieh" userId="S::ahmad.chamieh@lau.edu::3b7a2766-988e-4bb0-9ace-2fef7c408fb3" providerId="AD" clId="Web-{7735BAA7-116E-21C8-F680-49E72DF11141}" dt="2026-04-20T20:51:37.890" v="218"/>
          <ac:spMkLst>
            <pc:docMk/>
            <pc:sldMk cId="2820372771" sldId="256"/>
            <ac:spMk id="12" creationId="{2EAE06A6-F76A-41C9-827A-C561B004485C}"/>
          </ac:spMkLst>
        </pc:spChg>
        <pc:spChg chg="add del">
          <ac:chgData name="Ahmad Chamieh" userId="S::ahmad.chamieh@lau.edu::3b7a2766-988e-4bb0-9ace-2fef7c408fb3" providerId="AD" clId="Web-{7735BAA7-116E-21C8-F680-49E72DF11141}" dt="2026-04-20T20:51:37.890" v="218"/>
          <ac:spMkLst>
            <pc:docMk/>
            <pc:sldMk cId="2820372771" sldId="256"/>
            <ac:spMk id="14" creationId="{89F9D4E8-0639-444B-949B-9518585061AF}"/>
          </ac:spMkLst>
        </pc:spChg>
        <pc:spChg chg="add del">
          <ac:chgData name="Ahmad Chamieh" userId="S::ahmad.chamieh@lau.edu::3b7a2766-988e-4bb0-9ace-2fef7c408fb3" providerId="AD" clId="Web-{7735BAA7-116E-21C8-F680-49E72DF11141}" dt="2026-04-20T20:51:37.890" v="218"/>
          <ac:spMkLst>
            <pc:docMk/>
            <pc:sldMk cId="2820372771" sldId="256"/>
            <ac:spMk id="16" creationId="{7E3DA7A2-ED70-4BBA-AB72-00AD461FA405}"/>
          </ac:spMkLst>
        </pc:spChg>
        <pc:spChg chg="add del">
          <ac:chgData name="Ahmad Chamieh" userId="S::ahmad.chamieh@lau.edu::3b7a2766-988e-4bb0-9ace-2fef7c408fb3" providerId="AD" clId="Web-{7735BAA7-116E-21C8-F680-49E72DF11141}" dt="2026-04-20T20:51:37.890" v="218"/>
          <ac:spMkLst>
            <pc:docMk/>
            <pc:sldMk cId="2820372771" sldId="256"/>
            <ac:spMk id="18" creationId="{FC485432-3647-4218-B5D3-15D3FA222B13}"/>
          </ac:spMkLst>
        </pc:spChg>
        <pc:spChg chg="add del">
          <ac:chgData name="Ahmad Chamieh" userId="S::ahmad.chamieh@lau.edu::3b7a2766-988e-4bb0-9ace-2fef7c408fb3" providerId="AD" clId="Web-{7735BAA7-116E-21C8-F680-49E72DF11141}" dt="2026-04-20T20:51:37.890" v="218"/>
          <ac:spMkLst>
            <pc:docMk/>
            <pc:sldMk cId="2820372771" sldId="256"/>
            <ac:spMk id="20" creationId="{F4AFDDCA-6ABA-4D23-8A5C-1BF0F4308148}"/>
          </ac:spMkLst>
        </pc:spChg>
      </pc:sldChg>
      <pc:sldChg chg="modSp mod modClrScheme chgLayout">
        <pc:chgData name="Ahmad Chamieh" userId="S::ahmad.chamieh@lau.edu::3b7a2766-988e-4bb0-9ace-2fef7c408fb3" providerId="AD" clId="Web-{7735BAA7-116E-21C8-F680-49E72DF11141}" dt="2026-04-20T20:51:37.890" v="218"/>
        <pc:sldMkLst>
          <pc:docMk/>
          <pc:sldMk cId="2151433649" sldId="257"/>
        </pc:sldMkLst>
        <pc:spChg chg="mod ord">
          <ac:chgData name="Ahmad Chamieh" userId="S::ahmad.chamieh@lau.edu::3b7a2766-988e-4bb0-9ace-2fef7c408fb3" providerId="AD" clId="Web-{7735BAA7-116E-21C8-F680-49E72DF11141}" dt="2026-04-20T20:51:37.890" v="218"/>
          <ac:spMkLst>
            <pc:docMk/>
            <pc:sldMk cId="2151433649" sldId="257"/>
            <ac:spMk id="2" creationId="{00D6791C-BD6F-B1C4-BD70-6C294D41CA83}"/>
          </ac:spMkLst>
        </pc:spChg>
      </pc:sldChg>
      <pc:sldChg chg="addSp delSp modSp mod ord setBg modClrScheme delDesignElem chgLayout">
        <pc:chgData name="Ahmad Chamieh" userId="S::ahmad.chamieh@lau.edu::3b7a2766-988e-4bb0-9ace-2fef7c408fb3" providerId="AD" clId="Web-{7735BAA7-116E-21C8-F680-49E72DF11141}" dt="2026-04-20T21:50:23.884" v="918"/>
        <pc:sldMkLst>
          <pc:docMk/>
          <pc:sldMk cId="1270264075" sldId="258"/>
        </pc:sldMkLst>
        <pc:spChg chg="mod ord">
          <ac:chgData name="Ahmad Chamieh" userId="S::ahmad.chamieh@lau.edu::3b7a2766-988e-4bb0-9ace-2fef7c408fb3" providerId="AD" clId="Web-{7735BAA7-116E-21C8-F680-49E72DF11141}" dt="2026-04-20T21:49:43.415" v="914"/>
          <ac:spMkLst>
            <pc:docMk/>
            <pc:sldMk cId="1270264075" sldId="258"/>
            <ac:spMk id="2" creationId="{36355339-1B2C-E70F-F00F-0E8CBED8028C}"/>
          </ac:spMkLst>
        </pc:spChg>
        <pc:spChg chg="del">
          <ac:chgData name="Ahmad Chamieh" userId="S::ahmad.chamieh@lau.edu::3b7a2766-988e-4bb0-9ace-2fef7c408fb3" providerId="AD" clId="Web-{7735BAA7-116E-21C8-F680-49E72DF11141}" dt="2026-04-20T20:41:22.669" v="0"/>
          <ac:spMkLst>
            <pc:docMk/>
            <pc:sldMk cId="1270264075" sldId="258"/>
            <ac:spMk id="3" creationId="{62D71294-CADC-082D-E4B5-CB07BE8C272A}"/>
          </ac:spMkLst>
        </pc:spChg>
        <pc:spChg chg="add mod">
          <ac:chgData name="Ahmad Chamieh" userId="S::ahmad.chamieh@lau.edu::3b7a2766-988e-4bb0-9ace-2fef7c408fb3" providerId="AD" clId="Web-{7735BAA7-116E-21C8-F680-49E72DF11141}" dt="2026-04-20T20:50:58.906" v="216" actId="1076"/>
          <ac:spMkLst>
            <pc:docMk/>
            <pc:sldMk cId="1270264075" sldId="258"/>
            <ac:spMk id="4" creationId="{8C22A4B3-0185-E358-BFDA-0466810FF964}"/>
          </ac:spMkLst>
        </pc:spChg>
        <pc:spChg chg="add">
          <ac:chgData name="Ahmad Chamieh" userId="S::ahmad.chamieh@lau.edu::3b7a2766-988e-4bb0-9ace-2fef7c408fb3" providerId="AD" clId="Web-{7735BAA7-116E-21C8-F680-49E72DF11141}" dt="2026-04-20T21:50:00.384" v="915"/>
          <ac:spMkLst>
            <pc:docMk/>
            <pc:sldMk cId="1270264075" sldId="258"/>
            <ac:spMk id="6" creationId="{DF5D9C08-44CC-6CD4-C9C6-3BF406F11382}"/>
          </ac:spMkLst>
        </pc:spChg>
        <pc:spChg chg="add del">
          <ac:chgData name="Ahmad Chamieh" userId="S::ahmad.chamieh@lau.edu::3b7a2766-988e-4bb0-9ace-2fef7c408fb3" providerId="AD" clId="Web-{7735BAA7-116E-21C8-F680-49E72DF11141}" dt="2026-04-20T20:51:37.890" v="218"/>
          <ac:spMkLst>
            <pc:docMk/>
            <pc:sldMk cId="1270264075" sldId="258"/>
            <ac:spMk id="10" creationId="{F13C74B1-5B17-4795-BED0-7140497B445A}"/>
          </ac:spMkLst>
        </pc:spChg>
        <pc:spChg chg="add del">
          <ac:chgData name="Ahmad Chamieh" userId="S::ahmad.chamieh@lau.edu::3b7a2766-988e-4bb0-9ace-2fef7c408fb3" providerId="AD" clId="Web-{7735BAA7-116E-21C8-F680-49E72DF11141}" dt="2026-04-20T20:51:37.890" v="218"/>
          <ac:spMkLst>
            <pc:docMk/>
            <pc:sldMk cId="1270264075" sldId="258"/>
            <ac:spMk id="12" creationId="{D4974D33-8DC5-464E-8C6D-BE58F0669C17}"/>
          </ac:spMkLst>
        </pc:spChg>
        <pc:picChg chg="add mod">
          <ac:chgData name="Ahmad Chamieh" userId="S::ahmad.chamieh@lau.edu::3b7a2766-988e-4bb0-9ace-2fef7c408fb3" providerId="AD" clId="Web-{7735BAA7-116E-21C8-F680-49E72DF11141}" dt="2026-04-20T20:50:33.078" v="213"/>
          <ac:picMkLst>
            <pc:docMk/>
            <pc:sldMk cId="1270264075" sldId="258"/>
            <ac:picMk id="5" creationId="{F1B32BD9-CD76-072C-E1FF-6D26DC1F873C}"/>
          </ac:picMkLst>
        </pc:picChg>
      </pc:sldChg>
      <pc:sldChg chg="addSp delSp modSp mod modClrScheme delDesignElem chgLayout">
        <pc:chgData name="Ahmad Chamieh" userId="S::ahmad.chamieh@lau.edu::3b7a2766-988e-4bb0-9ace-2fef7c408fb3" providerId="AD" clId="Web-{7735BAA7-116E-21C8-F680-49E72DF11141}" dt="2026-04-20T20:51:37.890" v="218"/>
        <pc:sldMkLst>
          <pc:docMk/>
          <pc:sldMk cId="1483644120" sldId="259"/>
        </pc:sldMkLst>
        <pc:spChg chg="mod ord">
          <ac:chgData name="Ahmad Chamieh" userId="S::ahmad.chamieh@lau.edu::3b7a2766-988e-4bb0-9ace-2fef7c408fb3" providerId="AD" clId="Web-{7735BAA7-116E-21C8-F680-49E72DF11141}" dt="2026-04-20T20:51:37.890" v="218"/>
          <ac:spMkLst>
            <pc:docMk/>
            <pc:sldMk cId="1483644120" sldId="259"/>
            <ac:spMk id="2" creationId="{12D72126-4AAF-69B5-2DF5-B4813C8EBC9C}"/>
          </ac:spMkLst>
        </pc:spChg>
        <pc:spChg chg="add del">
          <ac:chgData name="Ahmad Chamieh" userId="S::ahmad.chamieh@lau.edu::3b7a2766-988e-4bb0-9ace-2fef7c408fb3" providerId="AD" clId="Web-{7735BAA7-116E-21C8-F680-49E72DF11141}" dt="2026-04-20T20:51:37.890" v="218"/>
          <ac:spMkLst>
            <pc:docMk/>
            <pc:sldMk cId="1483644120" sldId="259"/>
            <ac:spMk id="9" creationId="{BACC6370-2D7E-4714-9D71-7542949D7D5D}"/>
          </ac:spMkLst>
        </pc:spChg>
        <pc:spChg chg="add del">
          <ac:chgData name="Ahmad Chamieh" userId="S::ahmad.chamieh@lau.edu::3b7a2766-988e-4bb0-9ace-2fef7c408fb3" providerId="AD" clId="Web-{7735BAA7-116E-21C8-F680-49E72DF11141}" dt="2026-04-20T20:51:37.890" v="218"/>
          <ac:spMkLst>
            <pc:docMk/>
            <pc:sldMk cId="1483644120" sldId="259"/>
            <ac:spMk id="11" creationId="{F68B3F68-107C-434F-AA38-110D5EA91B85}"/>
          </ac:spMkLst>
        </pc:spChg>
        <pc:spChg chg="add del">
          <ac:chgData name="Ahmad Chamieh" userId="S::ahmad.chamieh@lau.edu::3b7a2766-988e-4bb0-9ace-2fef7c408fb3" providerId="AD" clId="Web-{7735BAA7-116E-21C8-F680-49E72DF11141}" dt="2026-04-20T20:51:37.890" v="218"/>
          <ac:spMkLst>
            <pc:docMk/>
            <pc:sldMk cId="1483644120" sldId="259"/>
            <ac:spMk id="13" creationId="{AAD0DBB9-1A4B-4391-81D4-CB19F9AB918A}"/>
          </ac:spMkLst>
        </pc:spChg>
        <pc:spChg chg="add del">
          <ac:chgData name="Ahmad Chamieh" userId="S::ahmad.chamieh@lau.edu::3b7a2766-988e-4bb0-9ace-2fef7c408fb3" providerId="AD" clId="Web-{7735BAA7-116E-21C8-F680-49E72DF11141}" dt="2026-04-20T20:51:37.890" v="218"/>
          <ac:spMkLst>
            <pc:docMk/>
            <pc:sldMk cId="1483644120" sldId="259"/>
            <ac:spMk id="15" creationId="{063BBA22-50EA-4C4D-BE05-F1CE4E63AA56}"/>
          </ac:spMkLst>
        </pc:spChg>
        <pc:graphicFrameChg chg="mod ord">
          <ac:chgData name="Ahmad Chamieh" userId="S::ahmad.chamieh@lau.edu::3b7a2766-988e-4bb0-9ace-2fef7c408fb3" providerId="AD" clId="Web-{7735BAA7-116E-21C8-F680-49E72DF11141}" dt="2026-04-20T20:51:37.890" v="218"/>
          <ac:graphicFrameMkLst>
            <pc:docMk/>
            <pc:sldMk cId="1483644120" sldId="259"/>
            <ac:graphicFrameMk id="5" creationId="{9BC7A3D1-BEF7-B96B-0CEA-0506B764A862}"/>
          </ac:graphicFrameMkLst>
        </pc:graphicFrameChg>
      </pc:sldChg>
      <pc:sldChg chg="addSp delSp modSp mod modClrScheme delDesignElem chgLayout">
        <pc:chgData name="Ahmad Chamieh" userId="S::ahmad.chamieh@lau.edu::3b7a2766-988e-4bb0-9ace-2fef7c408fb3" providerId="AD" clId="Web-{7735BAA7-116E-21C8-F680-49E72DF11141}" dt="2026-04-20T20:56:03.275" v="350" actId="20577"/>
        <pc:sldMkLst>
          <pc:docMk/>
          <pc:sldMk cId="2898171330" sldId="260"/>
        </pc:sldMkLst>
        <pc:spChg chg="mod ord">
          <ac:chgData name="Ahmad Chamieh" userId="S::ahmad.chamieh@lau.edu::3b7a2766-988e-4bb0-9ace-2fef7c408fb3" providerId="AD" clId="Web-{7735BAA7-116E-21C8-F680-49E72DF11141}" dt="2026-04-20T20:51:37.890" v="218"/>
          <ac:spMkLst>
            <pc:docMk/>
            <pc:sldMk cId="2898171330" sldId="260"/>
            <ac:spMk id="2" creationId="{2BEE69A4-3403-C195-F7B3-F225D5C1A2E4}"/>
          </ac:spMkLst>
        </pc:spChg>
        <pc:spChg chg="mod ord">
          <ac:chgData name="Ahmad Chamieh" userId="S::ahmad.chamieh@lau.edu::3b7a2766-988e-4bb0-9ace-2fef7c408fb3" providerId="AD" clId="Web-{7735BAA7-116E-21C8-F680-49E72DF11141}" dt="2026-04-20T20:56:03.275" v="350" actId="20577"/>
          <ac:spMkLst>
            <pc:docMk/>
            <pc:sldMk cId="2898171330" sldId="260"/>
            <ac:spMk id="4" creationId="{BA8B7251-50E1-4B05-0985-53DC46B943F0}"/>
          </ac:spMkLst>
        </pc:spChg>
        <pc:spChg chg="add del">
          <ac:chgData name="Ahmad Chamieh" userId="S::ahmad.chamieh@lau.edu::3b7a2766-988e-4bb0-9ace-2fef7c408fb3" providerId="AD" clId="Web-{7735BAA7-116E-21C8-F680-49E72DF11141}" dt="2026-04-20T20:51:37.890" v="218"/>
          <ac:spMkLst>
            <pc:docMk/>
            <pc:sldMk cId="2898171330" sldId="260"/>
            <ac:spMk id="9" creationId="{3C9EA98D-ECA8-CB8A-7240-E48FBE22C02C}"/>
          </ac:spMkLst>
        </pc:spChg>
        <pc:spChg chg="add del">
          <ac:chgData name="Ahmad Chamieh" userId="S::ahmad.chamieh@lau.edu::3b7a2766-988e-4bb0-9ace-2fef7c408fb3" providerId="AD" clId="Web-{7735BAA7-116E-21C8-F680-49E72DF11141}" dt="2026-04-20T20:51:37.890" v="218"/>
          <ac:spMkLst>
            <pc:docMk/>
            <pc:sldMk cId="2898171330" sldId="260"/>
            <ac:spMk id="11" creationId="{4926F6E3-314A-5ACA-38FA-7E7BC947E261}"/>
          </ac:spMkLst>
        </pc:spChg>
        <pc:spChg chg="add del">
          <ac:chgData name="Ahmad Chamieh" userId="S::ahmad.chamieh@lau.edu::3b7a2766-988e-4bb0-9ace-2fef7c408fb3" providerId="AD" clId="Web-{7735BAA7-116E-21C8-F680-49E72DF11141}" dt="2026-04-20T20:51:37.890" v="218"/>
          <ac:spMkLst>
            <pc:docMk/>
            <pc:sldMk cId="2898171330" sldId="260"/>
            <ac:spMk id="13" creationId="{5FB3E4AB-4304-DF03-9D82-53F19C9BCA54}"/>
          </ac:spMkLst>
        </pc:spChg>
        <pc:spChg chg="add del">
          <ac:chgData name="Ahmad Chamieh" userId="S::ahmad.chamieh@lau.edu::3b7a2766-988e-4bb0-9ace-2fef7c408fb3" providerId="AD" clId="Web-{7735BAA7-116E-21C8-F680-49E72DF11141}" dt="2026-04-20T20:51:37.890" v="218"/>
          <ac:spMkLst>
            <pc:docMk/>
            <pc:sldMk cId="2898171330" sldId="260"/>
            <ac:spMk id="15" creationId="{0A344A98-EE94-38D4-D29E-09ED6D3E6369}"/>
          </ac:spMkLst>
        </pc:spChg>
      </pc:sldChg>
      <pc:sldChg chg="addSp modSp del">
        <pc:chgData name="Ahmad Chamieh" userId="S::ahmad.chamieh@lau.edu::3b7a2766-988e-4bb0-9ace-2fef7c408fb3" providerId="AD" clId="Web-{7735BAA7-116E-21C8-F680-49E72DF11141}" dt="2026-04-20T21:50:29.196" v="919"/>
        <pc:sldMkLst>
          <pc:docMk/>
          <pc:sldMk cId="3416648100" sldId="261"/>
        </pc:sldMkLst>
        <pc:spChg chg="mod">
          <ac:chgData name="Ahmad Chamieh" userId="S::ahmad.chamieh@lau.edu::3b7a2766-988e-4bb0-9ace-2fef7c408fb3" providerId="AD" clId="Web-{7735BAA7-116E-21C8-F680-49E72DF11141}" dt="2026-04-20T20:58:08.030" v="396" actId="20577"/>
          <ac:spMkLst>
            <pc:docMk/>
            <pc:sldMk cId="3416648100" sldId="261"/>
            <ac:spMk id="2" creationId="{BE6FBFDC-3DD2-A706-5E67-5CA7D4E493C0}"/>
          </ac:spMkLst>
        </pc:spChg>
        <pc:spChg chg="add mod">
          <ac:chgData name="Ahmad Chamieh" userId="S::ahmad.chamieh@lau.edu::3b7a2766-988e-4bb0-9ace-2fef7c408fb3" providerId="AD" clId="Web-{7735BAA7-116E-21C8-F680-49E72DF11141}" dt="2026-04-20T20:59:47.375" v="407" actId="14100"/>
          <ac:spMkLst>
            <pc:docMk/>
            <pc:sldMk cId="3416648100" sldId="261"/>
            <ac:spMk id="3" creationId="{D6D6B07C-6898-B98B-AEA9-C51D9AD843C7}"/>
          </ac:spMkLst>
        </pc:spChg>
        <pc:spChg chg="mod">
          <ac:chgData name="Ahmad Chamieh" userId="S::ahmad.chamieh@lau.edu::3b7a2766-988e-4bb0-9ace-2fef7c408fb3" providerId="AD" clId="Web-{7735BAA7-116E-21C8-F680-49E72DF11141}" dt="2026-04-20T20:57:32.326" v="388" actId="20577"/>
          <ac:spMkLst>
            <pc:docMk/>
            <pc:sldMk cId="3416648100" sldId="261"/>
            <ac:spMk id="4" creationId="{A3A4250D-9A74-2B24-C043-822C7F64EC5E}"/>
          </ac:spMkLst>
        </pc:spChg>
        <pc:picChg chg="add mod">
          <ac:chgData name="Ahmad Chamieh" userId="S::ahmad.chamieh@lau.edu::3b7a2766-988e-4bb0-9ace-2fef7c408fb3" providerId="AD" clId="Web-{7735BAA7-116E-21C8-F680-49E72DF11141}" dt="2026-04-20T21:00:10.297" v="409" actId="1076"/>
          <ac:picMkLst>
            <pc:docMk/>
            <pc:sldMk cId="3416648100" sldId="261"/>
            <ac:picMk id="5" creationId="{B694D56A-8968-CF15-3140-5752132AF81C}"/>
          </ac:picMkLst>
        </pc:picChg>
      </pc:sldChg>
      <pc:sldChg chg="modSp new del">
        <pc:chgData name="Ahmad Chamieh" userId="S::ahmad.chamieh@lau.edu::3b7a2766-988e-4bb0-9ace-2fef7c408fb3" providerId="AD" clId="Web-{7735BAA7-116E-21C8-F680-49E72DF11141}" dt="2026-04-20T20:56:14.666" v="352"/>
        <pc:sldMkLst>
          <pc:docMk/>
          <pc:sldMk cId="4260350485" sldId="261"/>
        </pc:sldMkLst>
        <pc:spChg chg="mod">
          <ac:chgData name="Ahmad Chamieh" userId="S::ahmad.chamieh@lau.edu::3b7a2766-988e-4bb0-9ace-2fef7c408fb3" providerId="AD" clId="Web-{7735BAA7-116E-21C8-F680-49E72DF11141}" dt="2026-04-20T20:56:08.463" v="351" actId="20577"/>
          <ac:spMkLst>
            <pc:docMk/>
            <pc:sldMk cId="4260350485" sldId="261"/>
            <ac:spMk id="3" creationId="{76782C76-8DF9-0200-0956-C9C967E8DA4D}"/>
          </ac:spMkLst>
        </pc:spChg>
      </pc:sldChg>
      <pc:sldChg chg="addSp delSp modSp">
        <pc:chgData name="Ahmad Chamieh" userId="S::ahmad.chamieh@lau.edu::3b7a2766-988e-4bb0-9ace-2fef7c408fb3" providerId="AD" clId="Web-{7735BAA7-116E-21C8-F680-49E72DF11141}" dt="2026-04-20T21:58:50.978" v="941"/>
        <pc:sldMkLst>
          <pc:docMk/>
          <pc:sldMk cId="3933386222" sldId="262"/>
        </pc:sldMkLst>
        <pc:spChg chg="mod">
          <ac:chgData name="Ahmad Chamieh" userId="S::ahmad.chamieh@lau.edu::3b7a2766-988e-4bb0-9ace-2fef7c408fb3" providerId="AD" clId="Web-{7735BAA7-116E-21C8-F680-49E72DF11141}" dt="2026-04-20T21:01:35.532" v="431" actId="20577"/>
          <ac:spMkLst>
            <pc:docMk/>
            <pc:sldMk cId="3933386222" sldId="262"/>
            <ac:spMk id="2" creationId="{2DDF7E8D-BD15-2287-9FF4-03DA1D1B31DB}"/>
          </ac:spMkLst>
        </pc:spChg>
        <pc:spChg chg="add mod">
          <ac:chgData name="Ahmad Chamieh" userId="S::ahmad.chamieh@lau.edu::3b7a2766-988e-4bb0-9ace-2fef7c408fb3" providerId="AD" clId="Web-{7735BAA7-116E-21C8-F680-49E72DF11141}" dt="2026-04-20T21:02:49.642" v="445" actId="20577"/>
          <ac:spMkLst>
            <pc:docMk/>
            <pc:sldMk cId="3933386222" sldId="262"/>
            <ac:spMk id="3" creationId="{C901B0FA-CD90-D27F-5CD6-85754B93C844}"/>
          </ac:spMkLst>
        </pc:spChg>
        <pc:spChg chg="del mod">
          <ac:chgData name="Ahmad Chamieh" userId="S::ahmad.chamieh@lau.edu::3b7a2766-988e-4bb0-9ace-2fef7c408fb3" providerId="AD" clId="Web-{7735BAA7-116E-21C8-F680-49E72DF11141}" dt="2026-04-20T21:01:51.189" v="436"/>
          <ac:spMkLst>
            <pc:docMk/>
            <pc:sldMk cId="3933386222" sldId="262"/>
            <ac:spMk id="4" creationId="{086DE245-5874-BAB5-9361-FD083656CA2B}"/>
          </ac:spMkLst>
        </pc:spChg>
        <pc:spChg chg="add mod">
          <ac:chgData name="Ahmad Chamieh" userId="S::ahmad.chamieh@lau.edu::3b7a2766-988e-4bb0-9ace-2fef7c408fb3" providerId="AD" clId="Web-{7735BAA7-116E-21C8-F680-49E72DF11141}" dt="2026-04-20T21:57:16.111" v="936" actId="20577"/>
          <ac:spMkLst>
            <pc:docMk/>
            <pc:sldMk cId="3933386222" sldId="262"/>
            <ac:spMk id="5" creationId="{D38ED12F-BC6D-A7F1-5C13-4B86DE8F11E1}"/>
          </ac:spMkLst>
        </pc:spChg>
        <pc:graphicFrameChg chg="add mod modGraphic">
          <ac:chgData name="Ahmad Chamieh" userId="S::ahmad.chamieh@lau.edu::3b7a2766-988e-4bb0-9ace-2fef7c408fb3" providerId="AD" clId="Web-{7735BAA7-116E-21C8-F680-49E72DF11141}" dt="2026-04-20T21:58:50.978" v="941"/>
          <ac:graphicFrameMkLst>
            <pc:docMk/>
            <pc:sldMk cId="3933386222" sldId="262"/>
            <ac:graphicFrameMk id="7" creationId="{35F6AF02-8C57-BAF9-15D1-3252AD1ACE8A}"/>
          </ac:graphicFrameMkLst>
        </pc:graphicFrameChg>
        <pc:picChg chg="add mod">
          <ac:chgData name="Ahmad Chamieh" userId="S::ahmad.chamieh@lau.edu::3b7a2766-988e-4bb0-9ace-2fef7c408fb3" providerId="AD" clId="Web-{7735BAA7-116E-21C8-F680-49E72DF11141}" dt="2026-04-20T21:07:27.447" v="506" actId="1076"/>
          <ac:picMkLst>
            <pc:docMk/>
            <pc:sldMk cId="3933386222" sldId="262"/>
            <ac:picMk id="6" creationId="{FDF508BA-A102-2C3F-3562-62EE73AC3B93}"/>
          </ac:picMkLst>
        </pc:picChg>
      </pc:sldChg>
      <pc:sldChg chg="addSp delSp modSp">
        <pc:chgData name="Ahmad Chamieh" userId="S::ahmad.chamieh@lau.edu::3b7a2766-988e-4bb0-9ace-2fef7c408fb3" providerId="AD" clId="Web-{7735BAA7-116E-21C8-F680-49E72DF11141}" dt="2026-04-20T21:14:28.640" v="578" actId="1076"/>
        <pc:sldMkLst>
          <pc:docMk/>
          <pc:sldMk cId="4197125281" sldId="263"/>
        </pc:sldMkLst>
        <pc:spChg chg="mod">
          <ac:chgData name="Ahmad Chamieh" userId="S::ahmad.chamieh@lau.edu::3b7a2766-988e-4bb0-9ace-2fef7c408fb3" providerId="AD" clId="Web-{7735BAA7-116E-21C8-F680-49E72DF11141}" dt="2026-04-20T21:13:05.647" v="558" actId="20577"/>
          <ac:spMkLst>
            <pc:docMk/>
            <pc:sldMk cId="4197125281" sldId="263"/>
            <ac:spMk id="2" creationId="{BA65B1F4-3DD2-B20E-547E-4245CD3B381A}"/>
          </ac:spMkLst>
        </pc:spChg>
        <pc:spChg chg="add del mod">
          <ac:chgData name="Ahmad Chamieh" userId="S::ahmad.chamieh@lau.edu::3b7a2766-988e-4bb0-9ace-2fef7c408fb3" providerId="AD" clId="Web-{7735BAA7-116E-21C8-F680-49E72DF11141}" dt="2026-04-20T21:13:17.772" v="565"/>
          <ac:spMkLst>
            <pc:docMk/>
            <pc:sldMk cId="4197125281" sldId="263"/>
            <ac:spMk id="3" creationId="{BDE7C991-0A68-A8DB-4919-D9C15F34055A}"/>
          </ac:spMkLst>
        </pc:spChg>
        <pc:spChg chg="mod">
          <ac:chgData name="Ahmad Chamieh" userId="S::ahmad.chamieh@lau.edu::3b7a2766-988e-4bb0-9ace-2fef7c408fb3" providerId="AD" clId="Web-{7735BAA7-116E-21C8-F680-49E72DF11141}" dt="2026-04-20T21:13:12.225" v="561" actId="20577"/>
          <ac:spMkLst>
            <pc:docMk/>
            <pc:sldMk cId="4197125281" sldId="263"/>
            <ac:spMk id="4" creationId="{4A8DFBEA-18B9-2B0E-8C94-A61D8B44C577}"/>
          </ac:spMkLst>
        </pc:spChg>
        <pc:picChg chg="add mod">
          <ac:chgData name="Ahmad Chamieh" userId="S::ahmad.chamieh@lau.edu::3b7a2766-988e-4bb0-9ace-2fef7c408fb3" providerId="AD" clId="Web-{7735BAA7-116E-21C8-F680-49E72DF11141}" dt="2026-04-20T21:14:21.842" v="576" actId="1076"/>
          <ac:picMkLst>
            <pc:docMk/>
            <pc:sldMk cId="4197125281" sldId="263"/>
            <ac:picMk id="5" creationId="{FFCC7B84-7A2C-4F05-5C11-C70880962642}"/>
          </ac:picMkLst>
        </pc:picChg>
        <pc:picChg chg="add mod">
          <ac:chgData name="Ahmad Chamieh" userId="S::ahmad.chamieh@lau.edu::3b7a2766-988e-4bb0-9ace-2fef7c408fb3" providerId="AD" clId="Web-{7735BAA7-116E-21C8-F680-49E72DF11141}" dt="2026-04-20T21:14:28.640" v="578" actId="1076"/>
          <ac:picMkLst>
            <pc:docMk/>
            <pc:sldMk cId="4197125281" sldId="263"/>
            <ac:picMk id="6" creationId="{84568F10-CF33-9A56-0098-EADDD7A863EA}"/>
          </ac:picMkLst>
        </pc:picChg>
      </pc:sldChg>
      <pc:sldChg chg="addSp delSp modSp mod setBg setClrOvrMap">
        <pc:chgData name="Ahmad Chamieh" userId="S::ahmad.chamieh@lau.edu::3b7a2766-988e-4bb0-9ace-2fef7c408fb3" providerId="AD" clId="Web-{7735BAA7-116E-21C8-F680-49E72DF11141}" dt="2026-04-20T21:24:31.694" v="665"/>
        <pc:sldMkLst>
          <pc:docMk/>
          <pc:sldMk cId="591264999" sldId="264"/>
        </pc:sldMkLst>
        <pc:spChg chg="mod">
          <ac:chgData name="Ahmad Chamieh" userId="S::ahmad.chamieh@lau.edu::3b7a2766-988e-4bb0-9ace-2fef7c408fb3" providerId="AD" clId="Web-{7735BAA7-116E-21C8-F680-49E72DF11141}" dt="2026-04-20T21:24:31.694" v="665"/>
          <ac:spMkLst>
            <pc:docMk/>
            <pc:sldMk cId="591264999" sldId="264"/>
            <ac:spMk id="2" creationId="{D52D9D92-3603-AF45-C664-1CB7B0416D31}"/>
          </ac:spMkLst>
        </pc:spChg>
        <pc:spChg chg="add del mod">
          <ac:chgData name="Ahmad Chamieh" userId="S::ahmad.chamieh@lau.edu::3b7a2766-988e-4bb0-9ace-2fef7c408fb3" providerId="AD" clId="Web-{7735BAA7-116E-21C8-F680-49E72DF11141}" dt="2026-04-20T21:22:50.487" v="658"/>
          <ac:spMkLst>
            <pc:docMk/>
            <pc:sldMk cId="591264999" sldId="264"/>
            <ac:spMk id="3" creationId="{007D3C62-ED76-0C01-6982-7547B0D720CD}"/>
          </ac:spMkLst>
        </pc:spChg>
        <pc:spChg chg="mod">
          <ac:chgData name="Ahmad Chamieh" userId="S::ahmad.chamieh@lau.edu::3b7a2766-988e-4bb0-9ace-2fef7c408fb3" providerId="AD" clId="Web-{7735BAA7-116E-21C8-F680-49E72DF11141}" dt="2026-04-20T21:22:32.830" v="656"/>
          <ac:spMkLst>
            <pc:docMk/>
            <pc:sldMk cId="591264999" sldId="264"/>
            <ac:spMk id="4" creationId="{27191615-5826-D98C-2B05-498B04D53CC7}"/>
          </ac:spMkLst>
        </pc:spChg>
        <pc:spChg chg="del">
          <ac:chgData name="Ahmad Chamieh" userId="S::ahmad.chamieh@lau.edu::3b7a2766-988e-4bb0-9ace-2fef7c408fb3" providerId="AD" clId="Web-{7735BAA7-116E-21C8-F680-49E72DF11141}" dt="2026-04-20T21:22:32.830" v="656"/>
          <ac:spMkLst>
            <pc:docMk/>
            <pc:sldMk cId="591264999" sldId="264"/>
            <ac:spMk id="9" creationId="{C8259BB5-5F9A-9F1F-3253-FD57005472FB}"/>
          </ac:spMkLst>
        </pc:spChg>
        <pc:spChg chg="del">
          <ac:chgData name="Ahmad Chamieh" userId="S::ahmad.chamieh@lau.edu::3b7a2766-988e-4bb0-9ace-2fef7c408fb3" providerId="AD" clId="Web-{7735BAA7-116E-21C8-F680-49E72DF11141}" dt="2026-04-20T21:22:32.830" v="656"/>
          <ac:spMkLst>
            <pc:docMk/>
            <pc:sldMk cId="591264999" sldId="264"/>
            <ac:spMk id="11" creationId="{CF22A11D-3965-F0F9-6415-1C1CD070E7EB}"/>
          </ac:spMkLst>
        </pc:spChg>
        <pc:spChg chg="del">
          <ac:chgData name="Ahmad Chamieh" userId="S::ahmad.chamieh@lau.edu::3b7a2766-988e-4bb0-9ace-2fef7c408fb3" providerId="AD" clId="Web-{7735BAA7-116E-21C8-F680-49E72DF11141}" dt="2026-04-20T21:22:32.830" v="656"/>
          <ac:spMkLst>
            <pc:docMk/>
            <pc:sldMk cId="591264999" sldId="264"/>
            <ac:spMk id="13" creationId="{47991CC9-94DC-0EBB-FB27-52A7FF434FF4}"/>
          </ac:spMkLst>
        </pc:spChg>
        <pc:spChg chg="del">
          <ac:chgData name="Ahmad Chamieh" userId="S::ahmad.chamieh@lau.edu::3b7a2766-988e-4bb0-9ace-2fef7c408fb3" providerId="AD" clId="Web-{7735BAA7-116E-21C8-F680-49E72DF11141}" dt="2026-04-20T21:22:32.830" v="656"/>
          <ac:spMkLst>
            <pc:docMk/>
            <pc:sldMk cId="591264999" sldId="264"/>
            <ac:spMk id="15" creationId="{3477E036-968D-E107-9C25-8F50673DCF37}"/>
          </ac:spMkLst>
        </pc:spChg>
        <pc:spChg chg="add del">
          <ac:chgData name="Ahmad Chamieh" userId="S::ahmad.chamieh@lau.edu::3b7a2766-988e-4bb0-9ace-2fef7c408fb3" providerId="AD" clId="Web-{7735BAA7-116E-21C8-F680-49E72DF11141}" dt="2026-04-20T21:23:50.114" v="660"/>
          <ac:spMkLst>
            <pc:docMk/>
            <pc:sldMk cId="591264999" sldId="264"/>
            <ac:spMk id="20" creationId="{10F24D38-B79E-44B4-830E-043F45D96DC2}"/>
          </ac:spMkLst>
        </pc:spChg>
        <pc:spChg chg="add del">
          <ac:chgData name="Ahmad Chamieh" userId="S::ahmad.chamieh@lau.edu::3b7a2766-988e-4bb0-9ace-2fef7c408fb3" providerId="AD" clId="Web-{7735BAA7-116E-21C8-F680-49E72DF11141}" dt="2026-04-20T21:24:31.694" v="665"/>
          <ac:spMkLst>
            <pc:docMk/>
            <pc:sldMk cId="591264999" sldId="264"/>
            <ac:spMk id="29" creationId="{C4285719-470E-454C-AF62-8323075F1F5B}"/>
          </ac:spMkLst>
        </pc:spChg>
        <pc:spChg chg="add del">
          <ac:chgData name="Ahmad Chamieh" userId="S::ahmad.chamieh@lau.edu::3b7a2766-988e-4bb0-9ace-2fef7c408fb3" providerId="AD" clId="Web-{7735BAA7-116E-21C8-F680-49E72DF11141}" dt="2026-04-20T21:24:31.694" v="665"/>
          <ac:spMkLst>
            <pc:docMk/>
            <pc:sldMk cId="591264999" sldId="264"/>
            <ac:spMk id="31" creationId="{CD9FE4EF-C4D8-49A0-B2FF-81D8DB7D8A24}"/>
          </ac:spMkLst>
        </pc:spChg>
        <pc:spChg chg="add del">
          <ac:chgData name="Ahmad Chamieh" userId="S::ahmad.chamieh@lau.edu::3b7a2766-988e-4bb0-9ace-2fef7c408fb3" providerId="AD" clId="Web-{7735BAA7-116E-21C8-F680-49E72DF11141}" dt="2026-04-20T21:24:31.694" v="665"/>
          <ac:spMkLst>
            <pc:docMk/>
            <pc:sldMk cId="591264999" sldId="264"/>
            <ac:spMk id="33" creationId="{4300840D-0A0B-4512-BACA-B439D5B9C57C}"/>
          </ac:spMkLst>
        </pc:spChg>
        <pc:spChg chg="add del">
          <ac:chgData name="Ahmad Chamieh" userId="S::ahmad.chamieh@lau.edu::3b7a2766-988e-4bb0-9ace-2fef7c408fb3" providerId="AD" clId="Web-{7735BAA7-116E-21C8-F680-49E72DF11141}" dt="2026-04-20T21:24:31.694" v="665"/>
          <ac:spMkLst>
            <pc:docMk/>
            <pc:sldMk cId="591264999" sldId="264"/>
            <ac:spMk id="35" creationId="{D2B78728-A580-49A7-84F9-6EF6F583ADE0}"/>
          </ac:spMkLst>
        </pc:spChg>
        <pc:spChg chg="add del">
          <ac:chgData name="Ahmad Chamieh" userId="S::ahmad.chamieh@lau.edu::3b7a2766-988e-4bb0-9ace-2fef7c408fb3" providerId="AD" clId="Web-{7735BAA7-116E-21C8-F680-49E72DF11141}" dt="2026-04-20T21:24:31.694" v="665"/>
          <ac:spMkLst>
            <pc:docMk/>
            <pc:sldMk cId="591264999" sldId="264"/>
            <ac:spMk id="37" creationId="{38FAA1A1-D861-433F-88FA-1E9D6FD31D11}"/>
          </ac:spMkLst>
        </pc:spChg>
        <pc:spChg chg="add del">
          <ac:chgData name="Ahmad Chamieh" userId="S::ahmad.chamieh@lau.edu::3b7a2766-988e-4bb0-9ace-2fef7c408fb3" providerId="AD" clId="Web-{7735BAA7-116E-21C8-F680-49E72DF11141}" dt="2026-04-20T21:24:31.694" v="665"/>
          <ac:spMkLst>
            <pc:docMk/>
            <pc:sldMk cId="591264999" sldId="264"/>
            <ac:spMk id="39" creationId="{8D71EDA1-87BF-4D5D-AB79-F346FD19278A}"/>
          </ac:spMkLst>
        </pc:spChg>
        <pc:spChg chg="add">
          <ac:chgData name="Ahmad Chamieh" userId="S::ahmad.chamieh@lau.edu::3b7a2766-988e-4bb0-9ace-2fef7c408fb3" providerId="AD" clId="Web-{7735BAA7-116E-21C8-F680-49E72DF11141}" dt="2026-04-20T21:24:31.694" v="665"/>
          <ac:spMkLst>
            <pc:docMk/>
            <pc:sldMk cId="591264999" sldId="264"/>
            <ac:spMk id="45" creationId="{9228552E-C8B1-4A80-8448-0787CE0FC704}"/>
          </ac:spMkLst>
        </pc:spChg>
        <pc:graphicFrameChg chg="add mod modGraphic">
          <ac:chgData name="Ahmad Chamieh" userId="S::ahmad.chamieh@lau.edu::3b7a2766-988e-4bb0-9ace-2fef7c408fb3" providerId="AD" clId="Web-{7735BAA7-116E-21C8-F680-49E72DF11141}" dt="2026-04-20T21:24:31.694" v="665"/>
          <ac:graphicFrameMkLst>
            <pc:docMk/>
            <pc:sldMk cId="591264999" sldId="264"/>
            <ac:graphicFrameMk id="24" creationId="{50B1ACE5-153A-F3D0-3761-F11A606E93CC}"/>
          </ac:graphicFrameMkLst>
        </pc:graphicFrameChg>
        <pc:picChg chg="add del mod">
          <ac:chgData name="Ahmad Chamieh" userId="S::ahmad.chamieh@lau.edu::3b7a2766-988e-4bb0-9ace-2fef7c408fb3" providerId="AD" clId="Web-{7735BAA7-116E-21C8-F680-49E72DF11141}" dt="2026-04-20T21:21:06.168" v="655"/>
          <ac:picMkLst>
            <pc:docMk/>
            <pc:sldMk cId="591264999" sldId="264"/>
            <ac:picMk id="5" creationId="{4A420390-591B-7DCE-408E-A829A1A9C1C1}"/>
          </ac:picMkLst>
        </pc:picChg>
        <pc:picChg chg="add">
          <ac:chgData name="Ahmad Chamieh" userId="S::ahmad.chamieh@lau.edu::3b7a2766-988e-4bb0-9ace-2fef7c408fb3" providerId="AD" clId="Web-{7735BAA7-116E-21C8-F680-49E72DF11141}" dt="2026-04-20T21:24:31.694" v="665"/>
          <ac:picMkLst>
            <pc:docMk/>
            <pc:sldMk cId="591264999" sldId="264"/>
            <ac:picMk id="41" creationId="{39E51827-A413-C4AC-2960-4F3273FD2E20}"/>
          </ac:picMkLst>
        </pc:picChg>
        <pc:cxnChg chg="add del">
          <ac:chgData name="Ahmad Chamieh" userId="S::ahmad.chamieh@lau.edu::3b7a2766-988e-4bb0-9ace-2fef7c408fb3" providerId="AD" clId="Web-{7735BAA7-116E-21C8-F680-49E72DF11141}" dt="2026-04-20T21:23:50.114" v="660"/>
          <ac:cxnSpMkLst>
            <pc:docMk/>
            <pc:sldMk cId="591264999" sldId="264"/>
            <ac:cxnSpMk id="22" creationId="{FC469874-256B-45B3-A79C-7591B4BA1ECC}"/>
          </ac:cxnSpMkLst>
        </pc:cxnChg>
      </pc:sldChg>
      <pc:sldChg chg="addSp modSp">
        <pc:chgData name="Ahmad Chamieh" userId="S::ahmad.chamieh@lau.edu::3b7a2766-988e-4bb0-9ace-2fef7c408fb3" providerId="AD" clId="Web-{7735BAA7-116E-21C8-F680-49E72DF11141}" dt="2026-04-20T21:26:35.744" v="728" actId="1076"/>
        <pc:sldMkLst>
          <pc:docMk/>
          <pc:sldMk cId="1396950656" sldId="265"/>
        </pc:sldMkLst>
        <pc:spChg chg="mod">
          <ac:chgData name="Ahmad Chamieh" userId="S::ahmad.chamieh@lau.edu::3b7a2766-988e-4bb0-9ace-2fef7c408fb3" providerId="AD" clId="Web-{7735BAA7-116E-21C8-F680-49E72DF11141}" dt="2026-04-20T21:25:20.477" v="716" actId="20577"/>
          <ac:spMkLst>
            <pc:docMk/>
            <pc:sldMk cId="1396950656" sldId="265"/>
            <ac:spMk id="2" creationId="{71759EDE-72CC-B5BF-C8D9-16343F3E5B4D}"/>
          </ac:spMkLst>
        </pc:spChg>
        <pc:spChg chg="mod">
          <ac:chgData name="Ahmad Chamieh" userId="S::ahmad.chamieh@lau.edu::3b7a2766-988e-4bb0-9ace-2fef7c408fb3" providerId="AD" clId="Web-{7735BAA7-116E-21C8-F680-49E72DF11141}" dt="2026-04-20T21:25:28.930" v="717" actId="20577"/>
          <ac:spMkLst>
            <pc:docMk/>
            <pc:sldMk cId="1396950656" sldId="265"/>
            <ac:spMk id="4" creationId="{72F52075-F65C-962E-7669-164E07AAAE75}"/>
          </ac:spMkLst>
        </pc:spChg>
        <pc:picChg chg="add mod">
          <ac:chgData name="Ahmad Chamieh" userId="S::ahmad.chamieh@lau.edu::3b7a2766-988e-4bb0-9ace-2fef7c408fb3" providerId="AD" clId="Web-{7735BAA7-116E-21C8-F680-49E72DF11141}" dt="2026-04-20T21:26:31.807" v="727" actId="1076"/>
          <ac:picMkLst>
            <pc:docMk/>
            <pc:sldMk cId="1396950656" sldId="265"/>
            <ac:picMk id="3" creationId="{930C85EA-416C-D9B3-B268-06C7FEDCC3E7}"/>
          </ac:picMkLst>
        </pc:picChg>
        <pc:picChg chg="add mod">
          <ac:chgData name="Ahmad Chamieh" userId="S::ahmad.chamieh@lau.edu::3b7a2766-988e-4bb0-9ace-2fef7c408fb3" providerId="AD" clId="Web-{7735BAA7-116E-21C8-F680-49E72DF11141}" dt="2026-04-20T21:26:35.744" v="728" actId="1076"/>
          <ac:picMkLst>
            <pc:docMk/>
            <pc:sldMk cId="1396950656" sldId="265"/>
            <ac:picMk id="5" creationId="{6F8B8ECD-24AE-E7EB-64DB-DE6FDA92CCAF}"/>
          </ac:picMkLst>
        </pc:picChg>
      </pc:sldChg>
      <pc:sldChg chg="addSp delSp modSp">
        <pc:chgData name="Ahmad Chamieh" userId="S::ahmad.chamieh@lau.edu::3b7a2766-988e-4bb0-9ace-2fef7c408fb3" providerId="AD" clId="Web-{7735BAA7-116E-21C8-F680-49E72DF11141}" dt="2026-04-20T21:31:09.168" v="784" actId="14100"/>
        <pc:sldMkLst>
          <pc:docMk/>
          <pc:sldMk cId="3714742934" sldId="266"/>
        </pc:sldMkLst>
        <pc:spChg chg="mod">
          <ac:chgData name="Ahmad Chamieh" userId="S::ahmad.chamieh@lau.edu::3b7a2766-988e-4bb0-9ace-2fef7c408fb3" providerId="AD" clId="Web-{7735BAA7-116E-21C8-F680-49E72DF11141}" dt="2026-04-20T21:28:37.844" v="768" actId="20577"/>
          <ac:spMkLst>
            <pc:docMk/>
            <pc:sldMk cId="3714742934" sldId="266"/>
            <ac:spMk id="2" creationId="{0F8A45F8-6758-EC2F-DA4D-95C55396F42A}"/>
          </ac:spMkLst>
        </pc:spChg>
        <pc:spChg chg="mod">
          <ac:chgData name="Ahmad Chamieh" userId="S::ahmad.chamieh@lau.edu::3b7a2766-988e-4bb0-9ace-2fef7c408fb3" providerId="AD" clId="Web-{7735BAA7-116E-21C8-F680-49E72DF11141}" dt="2026-04-20T21:28:54.095" v="771"/>
          <ac:spMkLst>
            <pc:docMk/>
            <pc:sldMk cId="3714742934" sldId="266"/>
            <ac:spMk id="4" creationId="{DE0F8066-93D3-4BE7-4368-AF0B5C4B5413}"/>
          </ac:spMkLst>
        </pc:spChg>
        <pc:spChg chg="del">
          <ac:chgData name="Ahmad Chamieh" userId="S::ahmad.chamieh@lau.edu::3b7a2766-988e-4bb0-9ace-2fef7c408fb3" providerId="AD" clId="Web-{7735BAA7-116E-21C8-F680-49E72DF11141}" dt="2026-04-20T21:28:54.095" v="771"/>
          <ac:spMkLst>
            <pc:docMk/>
            <pc:sldMk cId="3714742934" sldId="266"/>
            <ac:spMk id="9" creationId="{5F274802-E445-BD8A-AB13-1651DC5FEA0E}"/>
          </ac:spMkLst>
        </pc:spChg>
        <pc:spChg chg="del">
          <ac:chgData name="Ahmad Chamieh" userId="S::ahmad.chamieh@lau.edu::3b7a2766-988e-4bb0-9ace-2fef7c408fb3" providerId="AD" clId="Web-{7735BAA7-116E-21C8-F680-49E72DF11141}" dt="2026-04-20T21:28:54.095" v="771"/>
          <ac:spMkLst>
            <pc:docMk/>
            <pc:sldMk cId="3714742934" sldId="266"/>
            <ac:spMk id="13" creationId="{83FCC484-BF66-7745-04FB-F1DE345BD2ED}"/>
          </ac:spMkLst>
        </pc:spChg>
        <pc:spChg chg="del">
          <ac:chgData name="Ahmad Chamieh" userId="S::ahmad.chamieh@lau.edu::3b7a2766-988e-4bb0-9ace-2fef7c408fb3" providerId="AD" clId="Web-{7735BAA7-116E-21C8-F680-49E72DF11141}" dt="2026-04-20T21:28:54.095" v="771"/>
          <ac:spMkLst>
            <pc:docMk/>
            <pc:sldMk cId="3714742934" sldId="266"/>
            <ac:spMk id="15" creationId="{31662114-5A75-53E1-4A01-77D8E7E4276A}"/>
          </ac:spMkLst>
        </pc:spChg>
        <pc:spChg chg="add">
          <ac:chgData name="Ahmad Chamieh" userId="S::ahmad.chamieh@lau.edu::3b7a2766-988e-4bb0-9ace-2fef7c408fb3" providerId="AD" clId="Web-{7735BAA7-116E-21C8-F680-49E72DF11141}" dt="2026-04-20T21:28:54.095" v="771"/>
          <ac:spMkLst>
            <pc:docMk/>
            <pc:sldMk cId="3714742934" sldId="266"/>
            <ac:spMk id="20" creationId="{C4285719-470E-454C-AF62-8323075F1F5B}"/>
          </ac:spMkLst>
        </pc:spChg>
        <pc:spChg chg="add">
          <ac:chgData name="Ahmad Chamieh" userId="S::ahmad.chamieh@lau.edu::3b7a2766-988e-4bb0-9ace-2fef7c408fb3" providerId="AD" clId="Web-{7735BAA7-116E-21C8-F680-49E72DF11141}" dt="2026-04-20T21:28:54.095" v="771"/>
          <ac:spMkLst>
            <pc:docMk/>
            <pc:sldMk cId="3714742934" sldId="266"/>
            <ac:spMk id="22" creationId="{CD9FE4EF-C4D8-49A0-B2FF-81D8DB7D8A24}"/>
          </ac:spMkLst>
        </pc:spChg>
        <pc:spChg chg="add">
          <ac:chgData name="Ahmad Chamieh" userId="S::ahmad.chamieh@lau.edu::3b7a2766-988e-4bb0-9ace-2fef7c408fb3" providerId="AD" clId="Web-{7735BAA7-116E-21C8-F680-49E72DF11141}" dt="2026-04-20T21:28:54.095" v="771"/>
          <ac:spMkLst>
            <pc:docMk/>
            <pc:sldMk cId="3714742934" sldId="266"/>
            <ac:spMk id="24" creationId="{4300840D-0A0B-4512-BACA-B439D5B9C57C}"/>
          </ac:spMkLst>
        </pc:spChg>
        <pc:spChg chg="add">
          <ac:chgData name="Ahmad Chamieh" userId="S::ahmad.chamieh@lau.edu::3b7a2766-988e-4bb0-9ace-2fef7c408fb3" providerId="AD" clId="Web-{7735BAA7-116E-21C8-F680-49E72DF11141}" dt="2026-04-20T21:28:54.095" v="771"/>
          <ac:spMkLst>
            <pc:docMk/>
            <pc:sldMk cId="3714742934" sldId="266"/>
            <ac:spMk id="26" creationId="{D2B78728-A580-49A7-84F9-6EF6F583ADE0}"/>
          </ac:spMkLst>
        </pc:spChg>
        <pc:spChg chg="add">
          <ac:chgData name="Ahmad Chamieh" userId="S::ahmad.chamieh@lau.edu::3b7a2766-988e-4bb0-9ace-2fef7c408fb3" providerId="AD" clId="Web-{7735BAA7-116E-21C8-F680-49E72DF11141}" dt="2026-04-20T21:28:54.095" v="771"/>
          <ac:spMkLst>
            <pc:docMk/>
            <pc:sldMk cId="3714742934" sldId="266"/>
            <ac:spMk id="28" creationId="{38FAA1A1-D861-433F-88FA-1E9D6FD31D11}"/>
          </ac:spMkLst>
        </pc:spChg>
        <pc:spChg chg="add">
          <ac:chgData name="Ahmad Chamieh" userId="S::ahmad.chamieh@lau.edu::3b7a2766-988e-4bb0-9ace-2fef7c408fb3" providerId="AD" clId="Web-{7735BAA7-116E-21C8-F680-49E72DF11141}" dt="2026-04-20T21:28:54.095" v="771"/>
          <ac:spMkLst>
            <pc:docMk/>
            <pc:sldMk cId="3714742934" sldId="266"/>
            <ac:spMk id="30" creationId="{8D71EDA1-87BF-4D5D-AB79-F346FD19278A}"/>
          </ac:spMkLst>
        </pc:spChg>
        <pc:picChg chg="add mod">
          <ac:chgData name="Ahmad Chamieh" userId="S::ahmad.chamieh@lau.edu::3b7a2766-988e-4bb0-9ace-2fef7c408fb3" providerId="AD" clId="Web-{7735BAA7-116E-21C8-F680-49E72DF11141}" dt="2026-04-20T21:31:09.168" v="784" actId="14100"/>
          <ac:picMkLst>
            <pc:docMk/>
            <pc:sldMk cId="3714742934" sldId="266"/>
            <ac:picMk id="3" creationId="{7D63CA9D-0B12-2474-067E-3BDCF00E3D13}"/>
          </ac:picMkLst>
        </pc:picChg>
        <pc:picChg chg="add mod">
          <ac:chgData name="Ahmad Chamieh" userId="S::ahmad.chamieh@lau.edu::3b7a2766-988e-4bb0-9ace-2fef7c408fb3" providerId="AD" clId="Web-{7735BAA7-116E-21C8-F680-49E72DF11141}" dt="2026-04-20T21:31:03.714" v="783" actId="14100"/>
          <ac:picMkLst>
            <pc:docMk/>
            <pc:sldMk cId="3714742934" sldId="266"/>
            <ac:picMk id="5" creationId="{EC549B7A-4381-D46F-17B5-F97D7DAC4083}"/>
          </ac:picMkLst>
        </pc:picChg>
      </pc:sldChg>
      <pc:sldChg chg="addSp delSp modSp">
        <pc:chgData name="Ahmad Chamieh" userId="S::ahmad.chamieh@lau.edu::3b7a2766-988e-4bb0-9ace-2fef7c408fb3" providerId="AD" clId="Web-{7735BAA7-116E-21C8-F680-49E72DF11141}" dt="2026-04-20T21:42:44.488" v="874" actId="14100"/>
        <pc:sldMkLst>
          <pc:docMk/>
          <pc:sldMk cId="1821577284" sldId="267"/>
        </pc:sldMkLst>
        <pc:spChg chg="mod">
          <ac:chgData name="Ahmad Chamieh" userId="S::ahmad.chamieh@lau.edu::3b7a2766-988e-4bb0-9ace-2fef7c408fb3" providerId="AD" clId="Web-{7735BAA7-116E-21C8-F680-49E72DF11141}" dt="2026-04-20T21:32:13.624" v="830" actId="20577"/>
          <ac:spMkLst>
            <pc:docMk/>
            <pc:sldMk cId="1821577284" sldId="267"/>
            <ac:spMk id="2" creationId="{F5FD07D1-66D8-0A54-52E6-65FBA53C44E7}"/>
          </ac:spMkLst>
        </pc:spChg>
        <pc:spChg chg="add mod">
          <ac:chgData name="Ahmad Chamieh" userId="S::ahmad.chamieh@lau.edu::3b7a2766-988e-4bb0-9ace-2fef7c408fb3" providerId="AD" clId="Web-{7735BAA7-116E-21C8-F680-49E72DF11141}" dt="2026-04-20T21:36:19.584" v="850"/>
          <ac:spMkLst>
            <pc:docMk/>
            <pc:sldMk cId="1821577284" sldId="267"/>
            <ac:spMk id="3" creationId="{C36B0A7A-1434-D38A-5DD0-A6F5F84F23DB}"/>
          </ac:spMkLst>
        </pc:spChg>
        <pc:spChg chg="mod">
          <ac:chgData name="Ahmad Chamieh" userId="S::ahmad.chamieh@lau.edu::3b7a2766-988e-4bb0-9ace-2fef7c408fb3" providerId="AD" clId="Web-{7735BAA7-116E-21C8-F680-49E72DF11141}" dt="2026-04-20T21:32:17.390" v="833" actId="20577"/>
          <ac:spMkLst>
            <pc:docMk/>
            <pc:sldMk cId="1821577284" sldId="267"/>
            <ac:spMk id="4" creationId="{FB532A50-1265-8BC5-A46F-EDDF6450E880}"/>
          </ac:spMkLst>
        </pc:spChg>
        <pc:spChg chg="add mod">
          <ac:chgData name="Ahmad Chamieh" userId="S::ahmad.chamieh@lau.edu::3b7a2766-988e-4bb0-9ace-2fef7c408fb3" providerId="AD" clId="Web-{7735BAA7-116E-21C8-F680-49E72DF11141}" dt="2026-04-20T21:36:28.209" v="851"/>
          <ac:spMkLst>
            <pc:docMk/>
            <pc:sldMk cId="1821577284" sldId="267"/>
            <ac:spMk id="5" creationId="{68B5A3D7-2A26-801A-C851-8E07287F4AEE}"/>
          </ac:spMkLst>
        </pc:spChg>
        <pc:picChg chg="add del mod">
          <ac:chgData name="Ahmad Chamieh" userId="S::ahmad.chamieh@lau.edu::3b7a2766-988e-4bb0-9ace-2fef7c408fb3" providerId="AD" clId="Web-{7735BAA7-116E-21C8-F680-49E72DF11141}" dt="2026-04-20T21:42:19.784" v="868"/>
          <ac:picMkLst>
            <pc:docMk/>
            <pc:sldMk cId="1821577284" sldId="267"/>
            <ac:picMk id="6" creationId="{FC522220-1AEC-DFAE-62F4-A725EF62E4B5}"/>
          </ac:picMkLst>
        </pc:picChg>
        <pc:picChg chg="add del mod">
          <ac:chgData name="Ahmad Chamieh" userId="S::ahmad.chamieh@lau.edu::3b7a2766-988e-4bb0-9ace-2fef7c408fb3" providerId="AD" clId="Web-{7735BAA7-116E-21C8-F680-49E72DF11141}" dt="2026-04-20T21:38:16.791" v="860"/>
          <ac:picMkLst>
            <pc:docMk/>
            <pc:sldMk cId="1821577284" sldId="267"/>
            <ac:picMk id="7" creationId="{65868B82-DC01-4323-4D58-4230D0051995}"/>
          </ac:picMkLst>
        </pc:picChg>
        <pc:picChg chg="add mod">
          <ac:chgData name="Ahmad Chamieh" userId="S::ahmad.chamieh@lau.edu::3b7a2766-988e-4bb0-9ace-2fef7c408fb3" providerId="AD" clId="Web-{7735BAA7-116E-21C8-F680-49E72DF11141}" dt="2026-04-20T21:42:44.488" v="874" actId="14100"/>
          <ac:picMkLst>
            <pc:docMk/>
            <pc:sldMk cId="1821577284" sldId="267"/>
            <ac:picMk id="8" creationId="{B6A09421-F585-C582-04DC-C3C69B20BDFC}"/>
          </ac:picMkLst>
        </pc:picChg>
        <pc:picChg chg="add mod">
          <ac:chgData name="Ahmad Chamieh" userId="S::ahmad.chamieh@lau.edu::3b7a2766-988e-4bb0-9ace-2fef7c408fb3" providerId="AD" clId="Web-{7735BAA7-116E-21C8-F680-49E72DF11141}" dt="2026-04-20T21:42:34.331" v="872" actId="14100"/>
          <ac:picMkLst>
            <pc:docMk/>
            <pc:sldMk cId="1821577284" sldId="267"/>
            <ac:picMk id="10" creationId="{37B3C8F0-4E3D-99E0-A0A1-059C9FBAF1C3}"/>
          </ac:picMkLst>
        </pc:picChg>
      </pc:sldChg>
      <pc:sldChg chg="addSp delSp modSp">
        <pc:chgData name="Ahmad Chamieh" userId="S::ahmad.chamieh@lau.edu::3b7a2766-988e-4bb0-9ace-2fef7c408fb3" providerId="AD" clId="Web-{7735BAA7-116E-21C8-F680-49E72DF11141}" dt="2026-04-20T21:48:34.180" v="912"/>
        <pc:sldMkLst>
          <pc:docMk/>
          <pc:sldMk cId="611612796" sldId="268"/>
        </pc:sldMkLst>
        <pc:spChg chg="mod">
          <ac:chgData name="Ahmad Chamieh" userId="S::ahmad.chamieh@lau.edu::3b7a2766-988e-4bb0-9ace-2fef7c408fb3" providerId="AD" clId="Web-{7735BAA7-116E-21C8-F680-49E72DF11141}" dt="2026-04-20T21:43:33.332" v="876" actId="20577"/>
          <ac:spMkLst>
            <pc:docMk/>
            <pc:sldMk cId="611612796" sldId="268"/>
            <ac:spMk id="2" creationId="{0A926EA0-AD6D-2EE8-6F0C-85978BD7E2CB}"/>
          </ac:spMkLst>
        </pc:spChg>
        <pc:spChg chg="add mod">
          <ac:chgData name="Ahmad Chamieh" userId="S::ahmad.chamieh@lau.edu::3b7a2766-988e-4bb0-9ace-2fef7c408fb3" providerId="AD" clId="Web-{7735BAA7-116E-21C8-F680-49E72DF11141}" dt="2026-04-20T21:48:34.180" v="912"/>
          <ac:spMkLst>
            <pc:docMk/>
            <pc:sldMk cId="611612796" sldId="268"/>
            <ac:spMk id="3" creationId="{C05FA975-B2C2-5A07-8A2D-17C1961A8349}"/>
          </ac:spMkLst>
        </pc:spChg>
        <pc:spChg chg="mod">
          <ac:chgData name="Ahmad Chamieh" userId="S::ahmad.chamieh@lau.edu::3b7a2766-988e-4bb0-9ace-2fef7c408fb3" providerId="AD" clId="Web-{7735BAA7-116E-21C8-F680-49E72DF11141}" dt="2026-04-20T21:38:54.559" v="861" actId="20577"/>
          <ac:spMkLst>
            <pc:docMk/>
            <pc:sldMk cId="611612796" sldId="268"/>
            <ac:spMk id="4" creationId="{32786B52-1918-FB0A-FE7F-B41EEC5C7AED}"/>
          </ac:spMkLst>
        </pc:spChg>
        <pc:spChg chg="add del">
          <ac:chgData name="Ahmad Chamieh" userId="S::ahmad.chamieh@lau.edu::3b7a2766-988e-4bb0-9ace-2fef7c408fb3" providerId="AD" clId="Web-{7735BAA7-116E-21C8-F680-49E72DF11141}" dt="2026-04-20T21:48:10.680" v="908"/>
          <ac:spMkLst>
            <pc:docMk/>
            <pc:sldMk cId="611612796" sldId="268"/>
            <ac:spMk id="43" creationId="{A1392A33-2852-1B50-62A6-DE70D4E0DB5F}"/>
          </ac:spMkLst>
        </pc:spChg>
        <pc:graphicFrameChg chg="add del mod modGraphic">
          <ac:chgData name="Ahmad Chamieh" userId="S::ahmad.chamieh@lau.edu::3b7a2766-988e-4bb0-9ace-2fef7c408fb3" providerId="AD" clId="Web-{7735BAA7-116E-21C8-F680-49E72DF11141}" dt="2026-04-20T21:47:23.445" v="902"/>
          <ac:graphicFrameMkLst>
            <pc:docMk/>
            <pc:sldMk cId="611612796" sldId="268"/>
            <ac:graphicFrameMk id="6" creationId="{D4AE1E23-9870-E6CA-2C0D-CC66DBC4C63C}"/>
          </ac:graphicFrameMkLst>
        </pc:graphicFrameChg>
        <pc:graphicFrameChg chg="add del mod modGraphic">
          <ac:chgData name="Ahmad Chamieh" userId="S::ahmad.chamieh@lau.edu::3b7a2766-988e-4bb0-9ace-2fef7c408fb3" providerId="AD" clId="Web-{7735BAA7-116E-21C8-F680-49E72DF11141}" dt="2026-04-20T21:47:53.195" v="906"/>
          <ac:graphicFrameMkLst>
            <pc:docMk/>
            <pc:sldMk cId="611612796" sldId="268"/>
            <ac:graphicFrameMk id="22" creationId="{4EDA31A4-A4E6-679F-F12D-12E883CE7B62}"/>
          </ac:graphicFrameMkLst>
        </pc:graphicFrameChg>
        <pc:picChg chg="add mod">
          <ac:chgData name="Ahmad Chamieh" userId="S::ahmad.chamieh@lau.edu::3b7a2766-988e-4bb0-9ace-2fef7c408fb3" providerId="AD" clId="Web-{7735BAA7-116E-21C8-F680-49E72DF11141}" dt="2026-04-20T21:46:45.194" v="899" actId="14100"/>
          <ac:picMkLst>
            <pc:docMk/>
            <pc:sldMk cId="611612796" sldId="268"/>
            <ac:picMk id="5" creationId="{F74982F8-DC08-4572-6B98-2A03D53C91F8}"/>
          </ac:picMkLst>
        </pc:picChg>
      </pc:sldChg>
      <pc:sldChg chg="modSp">
        <pc:chgData name="Ahmad Chamieh" userId="S::ahmad.chamieh@lau.edu::3b7a2766-988e-4bb0-9ace-2fef7c408fb3" providerId="AD" clId="Web-{7735BAA7-116E-21C8-F680-49E72DF11141}" dt="2026-04-20T22:00:54.548" v="949" actId="20577"/>
        <pc:sldMkLst>
          <pc:docMk/>
          <pc:sldMk cId="4015780052" sldId="269"/>
        </pc:sldMkLst>
        <pc:spChg chg="mod">
          <ac:chgData name="Ahmad Chamieh" userId="S::ahmad.chamieh@lau.edu::3b7a2766-988e-4bb0-9ace-2fef7c408fb3" providerId="AD" clId="Web-{7735BAA7-116E-21C8-F680-49E72DF11141}" dt="2026-04-20T21:50:40.572" v="922" actId="20577"/>
          <ac:spMkLst>
            <pc:docMk/>
            <pc:sldMk cId="4015780052" sldId="269"/>
            <ac:spMk id="2" creationId="{4A8D4B59-6494-8F81-C2F3-E4157D0955F9}"/>
          </ac:spMkLst>
        </pc:spChg>
        <pc:spChg chg="mod">
          <ac:chgData name="Ahmad Chamieh" userId="S::ahmad.chamieh@lau.edu::3b7a2766-988e-4bb0-9ace-2fef7c408fb3" providerId="AD" clId="Web-{7735BAA7-116E-21C8-F680-49E72DF11141}" dt="2026-04-20T22:00:54.548" v="949" actId="20577"/>
          <ac:spMkLst>
            <pc:docMk/>
            <pc:sldMk cId="4015780052" sldId="269"/>
            <ac:spMk id="4" creationId="{03D6E075-C300-8AE0-9053-51927A869448}"/>
          </ac:spMkLst>
        </pc:spChg>
      </pc:sldChg>
      <pc:sldMasterChg chg="add del addSldLayout delSldLayout">
        <pc:chgData name="Ahmad Chamieh" userId="S::ahmad.chamieh@lau.edu::3b7a2766-988e-4bb0-9ace-2fef7c408fb3" providerId="AD" clId="Web-{7735BAA7-116E-21C8-F680-49E72DF11141}" dt="2026-04-20T20:51:37.890" v="218"/>
        <pc:sldMasterMkLst>
          <pc:docMk/>
          <pc:sldMasterMk cId="3125860859" sldId="2147483648"/>
        </pc:sldMasterMkLst>
        <pc:sldLayoutChg chg="add del">
          <pc:chgData name="Ahmad Chamieh" userId="S::ahmad.chamieh@lau.edu::3b7a2766-988e-4bb0-9ace-2fef7c408fb3" providerId="AD" clId="Web-{7735BAA7-116E-21C8-F680-49E72DF11141}" dt="2026-04-20T20:51:37.890" v="218"/>
          <pc:sldLayoutMkLst>
            <pc:docMk/>
            <pc:sldMasterMk cId="3125860859" sldId="2147483648"/>
            <pc:sldLayoutMk cId="2495542262" sldId="2147483649"/>
          </pc:sldLayoutMkLst>
        </pc:sldLayoutChg>
        <pc:sldLayoutChg chg="add del">
          <pc:chgData name="Ahmad Chamieh" userId="S::ahmad.chamieh@lau.edu::3b7a2766-988e-4bb0-9ace-2fef7c408fb3" providerId="AD" clId="Web-{7735BAA7-116E-21C8-F680-49E72DF11141}" dt="2026-04-20T20:51:37.890" v="218"/>
          <pc:sldLayoutMkLst>
            <pc:docMk/>
            <pc:sldMasterMk cId="3125860859" sldId="2147483648"/>
            <pc:sldLayoutMk cId="75317031" sldId="2147483650"/>
          </pc:sldLayoutMkLst>
        </pc:sldLayoutChg>
        <pc:sldLayoutChg chg="add del">
          <pc:chgData name="Ahmad Chamieh" userId="S::ahmad.chamieh@lau.edu::3b7a2766-988e-4bb0-9ace-2fef7c408fb3" providerId="AD" clId="Web-{7735BAA7-116E-21C8-F680-49E72DF11141}" dt="2026-04-20T20:51:37.890" v="218"/>
          <pc:sldLayoutMkLst>
            <pc:docMk/>
            <pc:sldMasterMk cId="3125860859" sldId="2147483648"/>
            <pc:sldLayoutMk cId="4134199539" sldId="2147483651"/>
          </pc:sldLayoutMkLst>
        </pc:sldLayoutChg>
        <pc:sldLayoutChg chg="add del">
          <pc:chgData name="Ahmad Chamieh" userId="S::ahmad.chamieh@lau.edu::3b7a2766-988e-4bb0-9ace-2fef7c408fb3" providerId="AD" clId="Web-{7735BAA7-116E-21C8-F680-49E72DF11141}" dt="2026-04-20T20:51:37.890" v="218"/>
          <pc:sldLayoutMkLst>
            <pc:docMk/>
            <pc:sldMasterMk cId="3125860859" sldId="2147483648"/>
            <pc:sldLayoutMk cId="4117701589" sldId="2147483652"/>
          </pc:sldLayoutMkLst>
        </pc:sldLayoutChg>
        <pc:sldLayoutChg chg="add del">
          <pc:chgData name="Ahmad Chamieh" userId="S::ahmad.chamieh@lau.edu::3b7a2766-988e-4bb0-9ace-2fef7c408fb3" providerId="AD" clId="Web-{7735BAA7-116E-21C8-F680-49E72DF11141}" dt="2026-04-20T20:51:37.890" v="218"/>
          <pc:sldLayoutMkLst>
            <pc:docMk/>
            <pc:sldMasterMk cId="3125860859" sldId="2147483648"/>
            <pc:sldLayoutMk cId="2518967723" sldId="2147483653"/>
          </pc:sldLayoutMkLst>
        </pc:sldLayoutChg>
        <pc:sldLayoutChg chg="add del">
          <pc:chgData name="Ahmad Chamieh" userId="S::ahmad.chamieh@lau.edu::3b7a2766-988e-4bb0-9ace-2fef7c408fb3" providerId="AD" clId="Web-{7735BAA7-116E-21C8-F680-49E72DF11141}" dt="2026-04-20T20:51:37.890" v="218"/>
          <pc:sldLayoutMkLst>
            <pc:docMk/>
            <pc:sldMasterMk cId="3125860859" sldId="2147483648"/>
            <pc:sldLayoutMk cId="1235891726" sldId="2147483654"/>
          </pc:sldLayoutMkLst>
        </pc:sldLayoutChg>
        <pc:sldLayoutChg chg="add del">
          <pc:chgData name="Ahmad Chamieh" userId="S::ahmad.chamieh@lau.edu::3b7a2766-988e-4bb0-9ace-2fef7c408fb3" providerId="AD" clId="Web-{7735BAA7-116E-21C8-F680-49E72DF11141}" dt="2026-04-20T20:51:37.890" v="218"/>
          <pc:sldLayoutMkLst>
            <pc:docMk/>
            <pc:sldMasterMk cId="3125860859" sldId="2147483648"/>
            <pc:sldLayoutMk cId="1425269604" sldId="2147483655"/>
          </pc:sldLayoutMkLst>
        </pc:sldLayoutChg>
        <pc:sldLayoutChg chg="add del">
          <pc:chgData name="Ahmad Chamieh" userId="S::ahmad.chamieh@lau.edu::3b7a2766-988e-4bb0-9ace-2fef7c408fb3" providerId="AD" clId="Web-{7735BAA7-116E-21C8-F680-49E72DF11141}" dt="2026-04-20T20:51:37.890" v="218"/>
          <pc:sldLayoutMkLst>
            <pc:docMk/>
            <pc:sldMasterMk cId="3125860859" sldId="2147483648"/>
            <pc:sldLayoutMk cId="111230223" sldId="2147483656"/>
          </pc:sldLayoutMkLst>
        </pc:sldLayoutChg>
        <pc:sldLayoutChg chg="add del">
          <pc:chgData name="Ahmad Chamieh" userId="S::ahmad.chamieh@lau.edu::3b7a2766-988e-4bb0-9ace-2fef7c408fb3" providerId="AD" clId="Web-{7735BAA7-116E-21C8-F680-49E72DF11141}" dt="2026-04-20T20:51:37.890" v="218"/>
          <pc:sldLayoutMkLst>
            <pc:docMk/>
            <pc:sldMasterMk cId="3125860859" sldId="2147483648"/>
            <pc:sldLayoutMk cId="3003587084" sldId="2147483657"/>
          </pc:sldLayoutMkLst>
        </pc:sldLayoutChg>
        <pc:sldLayoutChg chg="add del">
          <pc:chgData name="Ahmad Chamieh" userId="S::ahmad.chamieh@lau.edu::3b7a2766-988e-4bb0-9ace-2fef7c408fb3" providerId="AD" clId="Web-{7735BAA7-116E-21C8-F680-49E72DF11141}" dt="2026-04-20T20:51:37.890" v="218"/>
          <pc:sldLayoutMkLst>
            <pc:docMk/>
            <pc:sldMasterMk cId="3125860859" sldId="2147483648"/>
            <pc:sldLayoutMk cId="3805404513" sldId="2147483658"/>
          </pc:sldLayoutMkLst>
        </pc:sldLayoutChg>
        <pc:sldLayoutChg chg="add del">
          <pc:chgData name="Ahmad Chamieh" userId="S::ahmad.chamieh@lau.edu::3b7a2766-988e-4bb0-9ace-2fef7c408fb3" providerId="AD" clId="Web-{7735BAA7-116E-21C8-F680-49E72DF11141}" dt="2026-04-20T20:51:37.890" v="218"/>
          <pc:sldLayoutMkLst>
            <pc:docMk/>
            <pc:sldMasterMk cId="3125860859" sldId="2147483648"/>
            <pc:sldLayoutMk cId="3618188472" sldId="2147483659"/>
          </pc:sldLayoutMkLst>
        </pc:sldLayoutChg>
      </pc:sldMasterChg>
      <pc:sldMasterChg chg="add del addSldLayout delSldLayout modSldLayout">
        <pc:chgData name="Ahmad Chamieh" userId="S::ahmad.chamieh@lau.edu::3b7a2766-988e-4bb0-9ace-2fef7c408fb3" providerId="AD" clId="Web-{7735BAA7-116E-21C8-F680-49E72DF11141}" dt="2026-04-20T20:51:37.890" v="218"/>
        <pc:sldMasterMkLst>
          <pc:docMk/>
          <pc:sldMasterMk cId="3413869065" sldId="2147483660"/>
        </pc:sldMasterMkLst>
        <pc:sldLayoutChg chg="add del mod replId">
          <pc:chgData name="Ahmad Chamieh" userId="S::ahmad.chamieh@lau.edu::3b7a2766-988e-4bb0-9ace-2fef7c408fb3" providerId="AD" clId="Web-{7735BAA7-116E-21C8-F680-49E72DF11141}" dt="2026-04-20T20:51:37.890" v="218"/>
          <pc:sldLayoutMkLst>
            <pc:docMk/>
            <pc:sldMasterMk cId="3413869065" sldId="2147483660"/>
            <pc:sldLayoutMk cId="1276259931" sldId="2147483661"/>
          </pc:sldLayoutMkLst>
        </pc:sldLayoutChg>
        <pc:sldLayoutChg chg="add del mod replId">
          <pc:chgData name="Ahmad Chamieh" userId="S::ahmad.chamieh@lau.edu::3b7a2766-988e-4bb0-9ace-2fef7c408fb3" providerId="AD" clId="Web-{7735BAA7-116E-21C8-F680-49E72DF11141}" dt="2026-04-20T20:51:37.890" v="218"/>
          <pc:sldLayoutMkLst>
            <pc:docMk/>
            <pc:sldMasterMk cId="3413869065" sldId="2147483660"/>
            <pc:sldLayoutMk cId="2130827992" sldId="2147483662"/>
          </pc:sldLayoutMkLst>
        </pc:sldLayoutChg>
        <pc:sldLayoutChg chg="add del mod replId">
          <pc:chgData name="Ahmad Chamieh" userId="S::ahmad.chamieh@lau.edu::3b7a2766-988e-4bb0-9ace-2fef7c408fb3" providerId="AD" clId="Web-{7735BAA7-116E-21C8-F680-49E72DF11141}" dt="2026-04-20T20:51:37.890" v="218"/>
          <pc:sldLayoutMkLst>
            <pc:docMk/>
            <pc:sldMasterMk cId="3413869065" sldId="2147483660"/>
            <pc:sldLayoutMk cId="3486854776" sldId="2147483663"/>
          </pc:sldLayoutMkLst>
        </pc:sldLayoutChg>
        <pc:sldLayoutChg chg="add del mod replId">
          <pc:chgData name="Ahmad Chamieh" userId="S::ahmad.chamieh@lau.edu::3b7a2766-988e-4bb0-9ace-2fef7c408fb3" providerId="AD" clId="Web-{7735BAA7-116E-21C8-F680-49E72DF11141}" dt="2026-04-20T20:51:37.890" v="218"/>
          <pc:sldLayoutMkLst>
            <pc:docMk/>
            <pc:sldMasterMk cId="3413869065" sldId="2147483660"/>
            <pc:sldLayoutMk cId="3741559541" sldId="2147483664"/>
          </pc:sldLayoutMkLst>
        </pc:sldLayoutChg>
        <pc:sldLayoutChg chg="add del mod replId">
          <pc:chgData name="Ahmad Chamieh" userId="S::ahmad.chamieh@lau.edu::3b7a2766-988e-4bb0-9ace-2fef7c408fb3" providerId="AD" clId="Web-{7735BAA7-116E-21C8-F680-49E72DF11141}" dt="2026-04-20T20:51:37.890" v="218"/>
          <pc:sldLayoutMkLst>
            <pc:docMk/>
            <pc:sldMasterMk cId="3413869065" sldId="2147483660"/>
            <pc:sldLayoutMk cId="3121924756" sldId="2147483665"/>
          </pc:sldLayoutMkLst>
        </pc:sldLayoutChg>
        <pc:sldLayoutChg chg="add del mod replId">
          <pc:chgData name="Ahmad Chamieh" userId="S::ahmad.chamieh@lau.edu::3b7a2766-988e-4bb0-9ace-2fef7c408fb3" providerId="AD" clId="Web-{7735BAA7-116E-21C8-F680-49E72DF11141}" dt="2026-04-20T20:51:37.890" v="218"/>
          <pc:sldLayoutMkLst>
            <pc:docMk/>
            <pc:sldMasterMk cId="3413869065" sldId="2147483660"/>
            <pc:sldLayoutMk cId="1728113863" sldId="2147483666"/>
          </pc:sldLayoutMkLst>
        </pc:sldLayoutChg>
        <pc:sldLayoutChg chg="add del mod replId">
          <pc:chgData name="Ahmad Chamieh" userId="S::ahmad.chamieh@lau.edu::3b7a2766-988e-4bb0-9ace-2fef7c408fb3" providerId="AD" clId="Web-{7735BAA7-116E-21C8-F680-49E72DF11141}" dt="2026-04-20T20:51:37.890" v="218"/>
          <pc:sldLayoutMkLst>
            <pc:docMk/>
            <pc:sldMasterMk cId="3413869065" sldId="2147483660"/>
            <pc:sldLayoutMk cId="2119422920" sldId="2147483667"/>
          </pc:sldLayoutMkLst>
        </pc:sldLayoutChg>
        <pc:sldLayoutChg chg="add del mod replId">
          <pc:chgData name="Ahmad Chamieh" userId="S::ahmad.chamieh@lau.edu::3b7a2766-988e-4bb0-9ace-2fef7c408fb3" providerId="AD" clId="Web-{7735BAA7-116E-21C8-F680-49E72DF11141}" dt="2026-04-20T20:51:37.890" v="218"/>
          <pc:sldLayoutMkLst>
            <pc:docMk/>
            <pc:sldMasterMk cId="3413869065" sldId="2147483660"/>
            <pc:sldLayoutMk cId="1612676820" sldId="2147483668"/>
          </pc:sldLayoutMkLst>
        </pc:sldLayoutChg>
        <pc:sldLayoutChg chg="add del mod replId">
          <pc:chgData name="Ahmad Chamieh" userId="S::ahmad.chamieh@lau.edu::3b7a2766-988e-4bb0-9ace-2fef7c408fb3" providerId="AD" clId="Web-{7735BAA7-116E-21C8-F680-49E72DF11141}" dt="2026-04-20T20:51:37.890" v="218"/>
          <pc:sldLayoutMkLst>
            <pc:docMk/>
            <pc:sldMasterMk cId="3413869065" sldId="2147483660"/>
            <pc:sldLayoutMk cId="3614081558" sldId="2147483669"/>
          </pc:sldLayoutMkLst>
        </pc:sldLayoutChg>
        <pc:sldLayoutChg chg="add del mod replId">
          <pc:chgData name="Ahmad Chamieh" userId="S::ahmad.chamieh@lau.edu::3b7a2766-988e-4bb0-9ace-2fef7c408fb3" providerId="AD" clId="Web-{7735BAA7-116E-21C8-F680-49E72DF11141}" dt="2026-04-20T20:51:37.890" v="218"/>
          <pc:sldLayoutMkLst>
            <pc:docMk/>
            <pc:sldMasterMk cId="3413869065" sldId="2147483660"/>
            <pc:sldLayoutMk cId="4117590825" sldId="2147483670"/>
          </pc:sldLayoutMkLst>
        </pc:sldLayoutChg>
        <pc:sldLayoutChg chg="add del mod replId">
          <pc:chgData name="Ahmad Chamieh" userId="S::ahmad.chamieh@lau.edu::3b7a2766-988e-4bb0-9ace-2fef7c408fb3" providerId="AD" clId="Web-{7735BAA7-116E-21C8-F680-49E72DF11141}" dt="2026-04-20T20:51:37.890" v="218"/>
          <pc:sldLayoutMkLst>
            <pc:docMk/>
            <pc:sldMasterMk cId="3413869065" sldId="2147483660"/>
            <pc:sldLayoutMk cId="1874853904" sldId="2147483671"/>
          </pc:sldLayoutMkLst>
        </pc:sldLayoutChg>
      </pc:sldMasterChg>
    </pc:docChg>
  </pc:docChgLst>
</pc:chgInfo>
</file>

<file path=ppt/diagrams/_rels/data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image" Target="../media/image2.svg"/></Relationships>
</file>

<file path=ppt/diagrams/_rels/drawing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image" Target="../media/image2.svg"/></Relationships>
</file>

<file path=ppt/diagrams/colors1.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8F30FD7-0978-43F0-816E-9DC993A96A11}" type="doc">
      <dgm:prSet loTypeId="urn:microsoft.com/office/officeart/2018/2/layout/IconCircle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349D92B0-7435-4A48-ADDE-7237A5E5E884}">
      <dgm:prSet/>
      <dgm:spPr/>
      <dgm:t>
        <a:bodyPr/>
        <a:lstStyle/>
        <a:p>
          <a:pPr>
            <a:lnSpc>
              <a:spcPct val="100000"/>
            </a:lnSpc>
          </a:pPr>
          <a:r>
            <a:rPr lang="en-US">
              <a:solidFill>
                <a:schemeClr val="tx1"/>
              </a:solidFill>
            </a:rPr>
            <a:t>Goal: Detect the rectangular shape of the car plate.</a:t>
          </a:r>
        </a:p>
      </dgm:t>
    </dgm:pt>
    <dgm:pt modelId="{7BDC3FFF-E038-4262-80F5-8ED5C64DCCAA}" type="parTrans" cxnId="{053CCE58-0BE6-444C-B628-B42727D93AED}">
      <dgm:prSet/>
      <dgm:spPr/>
      <dgm:t>
        <a:bodyPr/>
        <a:lstStyle/>
        <a:p>
          <a:endParaRPr lang="en-US"/>
        </a:p>
      </dgm:t>
    </dgm:pt>
    <dgm:pt modelId="{E8E03E05-FE1B-4DA5-96DA-C3B1619FF81C}" type="sibTrans" cxnId="{053CCE58-0BE6-444C-B628-B42727D93AED}">
      <dgm:prSet/>
      <dgm:spPr/>
      <dgm:t>
        <a:bodyPr/>
        <a:lstStyle/>
        <a:p>
          <a:pPr>
            <a:lnSpc>
              <a:spcPct val="100000"/>
            </a:lnSpc>
          </a:pPr>
          <a:endParaRPr lang="en-US"/>
        </a:p>
      </dgm:t>
    </dgm:pt>
    <dgm:pt modelId="{D3C6267C-3DB1-4279-ABC9-09CA5406F90F}">
      <dgm:prSet/>
      <dgm:spPr/>
      <dgm:t>
        <a:bodyPr/>
        <a:lstStyle/>
        <a:p>
          <a:pPr>
            <a:lnSpc>
              <a:spcPct val="100000"/>
            </a:lnSpc>
          </a:pPr>
          <a:r>
            <a:rPr lang="en-US">
              <a:solidFill>
                <a:schemeClr val="tx1"/>
              </a:solidFill>
            </a:rPr>
            <a:t>No focus on the plate as it is, more focus on areas, ratios and regions.</a:t>
          </a:r>
        </a:p>
      </dgm:t>
    </dgm:pt>
    <dgm:pt modelId="{689EDFEC-2757-4D68-9BF1-8417BE4537E1}" type="parTrans" cxnId="{D81B5C66-92EC-4E73-9975-D1F596B417DF}">
      <dgm:prSet/>
      <dgm:spPr/>
      <dgm:t>
        <a:bodyPr/>
        <a:lstStyle/>
        <a:p>
          <a:endParaRPr lang="en-US"/>
        </a:p>
      </dgm:t>
    </dgm:pt>
    <dgm:pt modelId="{A5ED8AD3-BE44-4911-B5C9-C976E7EDE5C3}" type="sibTrans" cxnId="{D81B5C66-92EC-4E73-9975-D1F596B417DF}">
      <dgm:prSet/>
      <dgm:spPr/>
      <dgm:t>
        <a:bodyPr/>
        <a:lstStyle/>
        <a:p>
          <a:endParaRPr lang="en-US"/>
        </a:p>
      </dgm:t>
    </dgm:pt>
    <dgm:pt modelId="{8BCFA7F6-03FC-4369-90A8-562C1617219C}" type="pres">
      <dgm:prSet presAssocID="{58F30FD7-0978-43F0-816E-9DC993A96A11}" presName="root" presStyleCnt="0">
        <dgm:presLayoutVars>
          <dgm:dir/>
          <dgm:resizeHandles val="exact"/>
        </dgm:presLayoutVars>
      </dgm:prSet>
      <dgm:spPr/>
    </dgm:pt>
    <dgm:pt modelId="{05C57D43-67ED-4D2A-B368-94EE2A118DB2}" type="pres">
      <dgm:prSet presAssocID="{58F30FD7-0978-43F0-816E-9DC993A96A11}" presName="container" presStyleCnt="0">
        <dgm:presLayoutVars>
          <dgm:dir/>
          <dgm:resizeHandles val="exact"/>
        </dgm:presLayoutVars>
      </dgm:prSet>
      <dgm:spPr/>
    </dgm:pt>
    <dgm:pt modelId="{D019C77C-A545-4EC6-9EE6-474E02E93529}" type="pres">
      <dgm:prSet presAssocID="{349D92B0-7435-4A48-ADDE-7237A5E5E884}" presName="compNode" presStyleCnt="0"/>
      <dgm:spPr/>
    </dgm:pt>
    <dgm:pt modelId="{148078AF-2075-497B-9DC0-1A38F87C852B}" type="pres">
      <dgm:prSet presAssocID="{349D92B0-7435-4A48-ADDE-7237A5E5E884}" presName="iconBgRect" presStyleLbl="bgShp" presStyleIdx="0" presStyleCnt="2"/>
      <dgm:spPr/>
    </dgm:pt>
    <dgm:pt modelId="{F62F8B97-9649-490B-9AC1-46F8421174B9}" type="pres">
      <dgm:prSet presAssocID="{349D92B0-7435-4A48-ADDE-7237A5E5E884}"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Bullseye"/>
        </a:ext>
      </dgm:extLst>
    </dgm:pt>
    <dgm:pt modelId="{1C29CF0B-AA4B-43A0-8162-CCDC6F27AAC7}" type="pres">
      <dgm:prSet presAssocID="{349D92B0-7435-4A48-ADDE-7237A5E5E884}" presName="spaceRect" presStyleCnt="0"/>
      <dgm:spPr/>
    </dgm:pt>
    <dgm:pt modelId="{5058731E-21DE-4229-825C-07D38FE97969}" type="pres">
      <dgm:prSet presAssocID="{349D92B0-7435-4A48-ADDE-7237A5E5E884}" presName="textRect" presStyleLbl="revTx" presStyleIdx="0" presStyleCnt="2">
        <dgm:presLayoutVars>
          <dgm:chMax val="1"/>
          <dgm:chPref val="1"/>
        </dgm:presLayoutVars>
      </dgm:prSet>
      <dgm:spPr/>
    </dgm:pt>
    <dgm:pt modelId="{D67BBA5C-B4AA-41B1-934A-34C85A46842F}" type="pres">
      <dgm:prSet presAssocID="{E8E03E05-FE1B-4DA5-96DA-C3B1619FF81C}" presName="sibTrans" presStyleLbl="sibTrans2D1" presStyleIdx="0" presStyleCnt="0"/>
      <dgm:spPr/>
    </dgm:pt>
    <dgm:pt modelId="{8EF8F576-EED5-4B3E-B3AD-93352AEA4E9B}" type="pres">
      <dgm:prSet presAssocID="{D3C6267C-3DB1-4279-ABC9-09CA5406F90F}" presName="compNode" presStyleCnt="0"/>
      <dgm:spPr/>
    </dgm:pt>
    <dgm:pt modelId="{60A4594A-EE94-488A-ACF7-31DB35F100B4}" type="pres">
      <dgm:prSet presAssocID="{D3C6267C-3DB1-4279-ABC9-09CA5406F90F}" presName="iconBgRect" presStyleLbl="bgShp" presStyleIdx="1" presStyleCnt="2"/>
      <dgm:spPr/>
    </dgm:pt>
    <dgm:pt modelId="{8E41A0AF-6FAA-4B0F-8971-DDA305E238BB}" type="pres">
      <dgm:prSet presAssocID="{D3C6267C-3DB1-4279-ABC9-09CA5406F90F}"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gnifying glass"/>
        </a:ext>
      </dgm:extLst>
    </dgm:pt>
    <dgm:pt modelId="{BC89EB43-5A34-4B3E-81F0-D34B0589533D}" type="pres">
      <dgm:prSet presAssocID="{D3C6267C-3DB1-4279-ABC9-09CA5406F90F}" presName="spaceRect" presStyleCnt="0"/>
      <dgm:spPr/>
    </dgm:pt>
    <dgm:pt modelId="{0BA21286-43DA-40D2-8B94-B9D94EF3475F}" type="pres">
      <dgm:prSet presAssocID="{D3C6267C-3DB1-4279-ABC9-09CA5406F90F}" presName="textRect" presStyleLbl="revTx" presStyleIdx="1" presStyleCnt="2">
        <dgm:presLayoutVars>
          <dgm:chMax val="1"/>
          <dgm:chPref val="1"/>
        </dgm:presLayoutVars>
      </dgm:prSet>
      <dgm:spPr/>
    </dgm:pt>
  </dgm:ptLst>
  <dgm:cxnLst>
    <dgm:cxn modelId="{2E977B1A-D649-4D07-931A-4C441A9804BB}" type="presOf" srcId="{E8E03E05-FE1B-4DA5-96DA-C3B1619FF81C}" destId="{D67BBA5C-B4AA-41B1-934A-34C85A46842F}" srcOrd="0" destOrd="0" presId="urn:microsoft.com/office/officeart/2018/2/layout/IconCircleList"/>
    <dgm:cxn modelId="{5B73B41B-46B8-45AB-899E-295FA075C943}" type="presOf" srcId="{349D92B0-7435-4A48-ADDE-7237A5E5E884}" destId="{5058731E-21DE-4229-825C-07D38FE97969}" srcOrd="0" destOrd="0" presId="urn:microsoft.com/office/officeart/2018/2/layout/IconCircleList"/>
    <dgm:cxn modelId="{D81B5C66-92EC-4E73-9975-D1F596B417DF}" srcId="{58F30FD7-0978-43F0-816E-9DC993A96A11}" destId="{D3C6267C-3DB1-4279-ABC9-09CA5406F90F}" srcOrd="1" destOrd="0" parTransId="{689EDFEC-2757-4D68-9BF1-8417BE4537E1}" sibTransId="{A5ED8AD3-BE44-4911-B5C9-C976E7EDE5C3}"/>
    <dgm:cxn modelId="{7E9D8F47-3DB3-4C13-A821-923B10EEB907}" type="presOf" srcId="{D3C6267C-3DB1-4279-ABC9-09CA5406F90F}" destId="{0BA21286-43DA-40D2-8B94-B9D94EF3475F}" srcOrd="0" destOrd="0" presId="urn:microsoft.com/office/officeart/2018/2/layout/IconCircleList"/>
    <dgm:cxn modelId="{053CCE58-0BE6-444C-B628-B42727D93AED}" srcId="{58F30FD7-0978-43F0-816E-9DC993A96A11}" destId="{349D92B0-7435-4A48-ADDE-7237A5E5E884}" srcOrd="0" destOrd="0" parTransId="{7BDC3FFF-E038-4262-80F5-8ED5C64DCCAA}" sibTransId="{E8E03E05-FE1B-4DA5-96DA-C3B1619FF81C}"/>
    <dgm:cxn modelId="{530AE8DC-D83E-4617-BF6F-FA79B842533C}" type="presOf" srcId="{58F30FD7-0978-43F0-816E-9DC993A96A11}" destId="{8BCFA7F6-03FC-4369-90A8-562C1617219C}" srcOrd="0" destOrd="0" presId="urn:microsoft.com/office/officeart/2018/2/layout/IconCircleList"/>
    <dgm:cxn modelId="{CFC22507-F428-418D-9734-C8D010211A01}" type="presParOf" srcId="{8BCFA7F6-03FC-4369-90A8-562C1617219C}" destId="{05C57D43-67ED-4D2A-B368-94EE2A118DB2}" srcOrd="0" destOrd="0" presId="urn:microsoft.com/office/officeart/2018/2/layout/IconCircleList"/>
    <dgm:cxn modelId="{ED50DD6D-D4F7-42D8-ADA1-6D01BC1F4C57}" type="presParOf" srcId="{05C57D43-67ED-4D2A-B368-94EE2A118DB2}" destId="{D019C77C-A545-4EC6-9EE6-474E02E93529}" srcOrd="0" destOrd="0" presId="urn:microsoft.com/office/officeart/2018/2/layout/IconCircleList"/>
    <dgm:cxn modelId="{791CE463-6D95-4A2E-8B01-E0666F72EC23}" type="presParOf" srcId="{D019C77C-A545-4EC6-9EE6-474E02E93529}" destId="{148078AF-2075-497B-9DC0-1A38F87C852B}" srcOrd="0" destOrd="0" presId="urn:microsoft.com/office/officeart/2018/2/layout/IconCircleList"/>
    <dgm:cxn modelId="{843276FA-D209-429A-B569-970C4563FA83}" type="presParOf" srcId="{D019C77C-A545-4EC6-9EE6-474E02E93529}" destId="{F62F8B97-9649-490B-9AC1-46F8421174B9}" srcOrd="1" destOrd="0" presId="urn:microsoft.com/office/officeart/2018/2/layout/IconCircleList"/>
    <dgm:cxn modelId="{FDA25885-3370-4700-B033-0AED0AC6FD47}" type="presParOf" srcId="{D019C77C-A545-4EC6-9EE6-474E02E93529}" destId="{1C29CF0B-AA4B-43A0-8162-CCDC6F27AAC7}" srcOrd="2" destOrd="0" presId="urn:microsoft.com/office/officeart/2018/2/layout/IconCircleList"/>
    <dgm:cxn modelId="{AC120B56-B5F3-4994-B9DD-CA4482786461}" type="presParOf" srcId="{D019C77C-A545-4EC6-9EE6-474E02E93529}" destId="{5058731E-21DE-4229-825C-07D38FE97969}" srcOrd="3" destOrd="0" presId="urn:microsoft.com/office/officeart/2018/2/layout/IconCircleList"/>
    <dgm:cxn modelId="{5E979FE5-E2A5-4A81-ACAA-727783E984BA}" type="presParOf" srcId="{05C57D43-67ED-4D2A-B368-94EE2A118DB2}" destId="{D67BBA5C-B4AA-41B1-934A-34C85A46842F}" srcOrd="1" destOrd="0" presId="urn:microsoft.com/office/officeart/2018/2/layout/IconCircleList"/>
    <dgm:cxn modelId="{6526F2C0-FA29-433A-8334-4DBC1743D240}" type="presParOf" srcId="{05C57D43-67ED-4D2A-B368-94EE2A118DB2}" destId="{8EF8F576-EED5-4B3E-B3AD-93352AEA4E9B}" srcOrd="2" destOrd="0" presId="urn:microsoft.com/office/officeart/2018/2/layout/IconCircleList"/>
    <dgm:cxn modelId="{39345EF0-3025-4ADD-A02D-7AE9F3BEF27F}" type="presParOf" srcId="{8EF8F576-EED5-4B3E-B3AD-93352AEA4E9B}" destId="{60A4594A-EE94-488A-ACF7-31DB35F100B4}" srcOrd="0" destOrd="0" presId="urn:microsoft.com/office/officeart/2018/2/layout/IconCircleList"/>
    <dgm:cxn modelId="{5EB3EE19-87A7-4194-81A0-6A3815B3AAC2}" type="presParOf" srcId="{8EF8F576-EED5-4B3E-B3AD-93352AEA4E9B}" destId="{8E41A0AF-6FAA-4B0F-8971-DDA305E238BB}" srcOrd="1" destOrd="0" presId="urn:microsoft.com/office/officeart/2018/2/layout/IconCircleList"/>
    <dgm:cxn modelId="{10CC9D5A-7F64-43A6-B26A-CF96D814ABB3}" type="presParOf" srcId="{8EF8F576-EED5-4B3E-B3AD-93352AEA4E9B}" destId="{BC89EB43-5A34-4B3E-81F0-D34B0589533D}" srcOrd="2" destOrd="0" presId="urn:microsoft.com/office/officeart/2018/2/layout/IconCircleList"/>
    <dgm:cxn modelId="{24934459-6373-4023-8B3E-457C9BA3C3C8}" type="presParOf" srcId="{8EF8F576-EED5-4B3E-B3AD-93352AEA4E9B}" destId="{0BA21286-43DA-40D2-8B94-B9D94EF3475F}"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8869093-F940-464D-8CE2-02421B987D9C}" type="doc">
      <dgm:prSet loTypeId="urn:microsoft.com/office/officeart/2005/8/layout/vList5" loCatId="list" qsTypeId="urn:microsoft.com/office/officeart/2005/8/quickstyle/simple1" qsCatId="simple" csTypeId="urn:microsoft.com/office/officeart/2005/8/colors/accent1_2" csCatId="accent1"/>
      <dgm:spPr/>
      <dgm:t>
        <a:bodyPr/>
        <a:lstStyle/>
        <a:p>
          <a:endParaRPr lang="en-US"/>
        </a:p>
      </dgm:t>
    </dgm:pt>
    <dgm:pt modelId="{5E92FB7C-6D56-4135-B092-FA77E74BE08A}">
      <dgm:prSet/>
      <dgm:spPr/>
      <dgm:t>
        <a:bodyPr/>
        <a:lstStyle/>
        <a:p>
          <a:r>
            <a:rPr lang="en-US"/>
            <a:t>Essential to obtain clearer features.</a:t>
          </a:r>
        </a:p>
      </dgm:t>
    </dgm:pt>
    <dgm:pt modelId="{9BD21FA8-A42E-4F96-A899-1EBBCD2EFEBA}" type="parTrans" cxnId="{D42C68CF-E9D6-4F10-A32F-639B5861D6BA}">
      <dgm:prSet/>
      <dgm:spPr/>
      <dgm:t>
        <a:bodyPr/>
        <a:lstStyle/>
        <a:p>
          <a:endParaRPr lang="en-US"/>
        </a:p>
      </dgm:t>
    </dgm:pt>
    <dgm:pt modelId="{106FC4EA-423F-4931-89AC-64903A43361D}" type="sibTrans" cxnId="{D42C68CF-E9D6-4F10-A32F-639B5861D6BA}">
      <dgm:prSet/>
      <dgm:spPr/>
      <dgm:t>
        <a:bodyPr/>
        <a:lstStyle/>
        <a:p>
          <a:endParaRPr lang="en-US"/>
        </a:p>
      </dgm:t>
    </dgm:pt>
    <dgm:pt modelId="{8E58CA17-0E50-4D68-BD0B-2EEE302D4C22}">
      <dgm:prSet/>
      <dgm:spPr/>
      <dgm:t>
        <a:bodyPr/>
        <a:lstStyle/>
        <a:p>
          <a:r>
            <a:rPr lang="en-US"/>
            <a:t>Transforms image into 1s and 0s. (pixels are either white or black)</a:t>
          </a:r>
        </a:p>
      </dgm:t>
    </dgm:pt>
    <dgm:pt modelId="{DB6F3002-678D-4463-8A08-F603D288265A}" type="parTrans" cxnId="{1161C349-0D66-46E4-A4B3-CC54F99C44A1}">
      <dgm:prSet/>
      <dgm:spPr/>
      <dgm:t>
        <a:bodyPr/>
        <a:lstStyle/>
        <a:p>
          <a:endParaRPr lang="en-US"/>
        </a:p>
      </dgm:t>
    </dgm:pt>
    <dgm:pt modelId="{FE5669C8-51DA-4A3A-9EEF-37766E4CE7C9}" type="sibTrans" cxnId="{1161C349-0D66-46E4-A4B3-CC54F99C44A1}">
      <dgm:prSet/>
      <dgm:spPr/>
      <dgm:t>
        <a:bodyPr/>
        <a:lstStyle/>
        <a:p>
          <a:endParaRPr lang="en-US"/>
        </a:p>
      </dgm:t>
    </dgm:pt>
    <dgm:pt modelId="{6935485B-C764-401B-B550-6764846E0575}" type="pres">
      <dgm:prSet presAssocID="{68869093-F940-464D-8CE2-02421B987D9C}" presName="Name0" presStyleCnt="0">
        <dgm:presLayoutVars>
          <dgm:dir/>
          <dgm:animLvl val="lvl"/>
          <dgm:resizeHandles val="exact"/>
        </dgm:presLayoutVars>
      </dgm:prSet>
      <dgm:spPr/>
    </dgm:pt>
    <dgm:pt modelId="{6A4C0371-19BB-4A91-9A26-2FA51EC495C9}" type="pres">
      <dgm:prSet presAssocID="{5E92FB7C-6D56-4135-B092-FA77E74BE08A}" presName="linNode" presStyleCnt="0"/>
      <dgm:spPr/>
    </dgm:pt>
    <dgm:pt modelId="{14F70B80-B21F-4D0B-A7E4-30BA32F37C5B}" type="pres">
      <dgm:prSet presAssocID="{5E92FB7C-6D56-4135-B092-FA77E74BE08A}" presName="parentText" presStyleLbl="node1" presStyleIdx="0" presStyleCnt="2">
        <dgm:presLayoutVars>
          <dgm:chMax val="1"/>
          <dgm:bulletEnabled val="1"/>
        </dgm:presLayoutVars>
      </dgm:prSet>
      <dgm:spPr/>
    </dgm:pt>
    <dgm:pt modelId="{8461BD5B-8175-4EEA-BF84-A2BADFEF46FB}" type="pres">
      <dgm:prSet presAssocID="{106FC4EA-423F-4931-89AC-64903A43361D}" presName="sp" presStyleCnt="0"/>
      <dgm:spPr/>
    </dgm:pt>
    <dgm:pt modelId="{3C337056-C401-48C4-A998-8C82DA5A5E71}" type="pres">
      <dgm:prSet presAssocID="{8E58CA17-0E50-4D68-BD0B-2EEE302D4C22}" presName="linNode" presStyleCnt="0"/>
      <dgm:spPr/>
    </dgm:pt>
    <dgm:pt modelId="{C37B9BFC-7AAF-48A8-AE90-ACB0928EBF2A}" type="pres">
      <dgm:prSet presAssocID="{8E58CA17-0E50-4D68-BD0B-2EEE302D4C22}" presName="parentText" presStyleLbl="node1" presStyleIdx="1" presStyleCnt="2">
        <dgm:presLayoutVars>
          <dgm:chMax val="1"/>
          <dgm:bulletEnabled val="1"/>
        </dgm:presLayoutVars>
      </dgm:prSet>
      <dgm:spPr/>
    </dgm:pt>
  </dgm:ptLst>
  <dgm:cxnLst>
    <dgm:cxn modelId="{8902CB22-5702-40C1-8823-A98845B85D91}" type="presOf" srcId="{8E58CA17-0E50-4D68-BD0B-2EEE302D4C22}" destId="{C37B9BFC-7AAF-48A8-AE90-ACB0928EBF2A}" srcOrd="0" destOrd="0" presId="urn:microsoft.com/office/officeart/2005/8/layout/vList5"/>
    <dgm:cxn modelId="{1161C349-0D66-46E4-A4B3-CC54F99C44A1}" srcId="{68869093-F940-464D-8CE2-02421B987D9C}" destId="{8E58CA17-0E50-4D68-BD0B-2EEE302D4C22}" srcOrd="1" destOrd="0" parTransId="{DB6F3002-678D-4463-8A08-F603D288265A}" sibTransId="{FE5669C8-51DA-4A3A-9EEF-37766E4CE7C9}"/>
    <dgm:cxn modelId="{E241D86D-6E88-4571-8EA2-7DA42CC1F66C}" type="presOf" srcId="{5E92FB7C-6D56-4135-B092-FA77E74BE08A}" destId="{14F70B80-B21F-4D0B-A7E4-30BA32F37C5B}" srcOrd="0" destOrd="0" presId="urn:microsoft.com/office/officeart/2005/8/layout/vList5"/>
    <dgm:cxn modelId="{88AFE1C6-707B-4CD4-92AD-50EDFE166B8E}" type="presOf" srcId="{68869093-F940-464D-8CE2-02421B987D9C}" destId="{6935485B-C764-401B-B550-6764846E0575}" srcOrd="0" destOrd="0" presId="urn:microsoft.com/office/officeart/2005/8/layout/vList5"/>
    <dgm:cxn modelId="{D42C68CF-E9D6-4F10-A32F-639B5861D6BA}" srcId="{68869093-F940-464D-8CE2-02421B987D9C}" destId="{5E92FB7C-6D56-4135-B092-FA77E74BE08A}" srcOrd="0" destOrd="0" parTransId="{9BD21FA8-A42E-4F96-A899-1EBBCD2EFEBA}" sibTransId="{106FC4EA-423F-4931-89AC-64903A43361D}"/>
    <dgm:cxn modelId="{4EA014E2-1E0E-41E4-B7A4-6C0217D53617}" type="presParOf" srcId="{6935485B-C764-401B-B550-6764846E0575}" destId="{6A4C0371-19BB-4A91-9A26-2FA51EC495C9}" srcOrd="0" destOrd="0" presId="urn:microsoft.com/office/officeart/2005/8/layout/vList5"/>
    <dgm:cxn modelId="{96EA6803-53E1-44A2-964E-A46219112BE6}" type="presParOf" srcId="{6A4C0371-19BB-4A91-9A26-2FA51EC495C9}" destId="{14F70B80-B21F-4D0B-A7E4-30BA32F37C5B}" srcOrd="0" destOrd="0" presId="urn:microsoft.com/office/officeart/2005/8/layout/vList5"/>
    <dgm:cxn modelId="{9ACB0D16-1F37-4E4C-A620-8AB8536BB5DD}" type="presParOf" srcId="{6935485B-C764-401B-B550-6764846E0575}" destId="{8461BD5B-8175-4EEA-BF84-A2BADFEF46FB}" srcOrd="1" destOrd="0" presId="urn:microsoft.com/office/officeart/2005/8/layout/vList5"/>
    <dgm:cxn modelId="{46505EEE-6FD7-4B4B-90E6-9AF3CEC3D9B4}" type="presParOf" srcId="{6935485B-C764-401B-B550-6764846E0575}" destId="{3C337056-C401-48C4-A998-8C82DA5A5E71}" srcOrd="2" destOrd="0" presId="urn:microsoft.com/office/officeart/2005/8/layout/vList5"/>
    <dgm:cxn modelId="{768DC029-7A84-44F2-BDF5-E31D8403519B}" type="presParOf" srcId="{3C337056-C401-48C4-A998-8C82DA5A5E71}" destId="{C37B9BFC-7AAF-48A8-AE90-ACB0928EBF2A}" srcOrd="0" destOrd="0" presId="urn:microsoft.com/office/officeart/2005/8/layout/vList5"/>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162E347-40E9-43BE-83E6-D3E96369ABA2}" type="doc">
      <dgm:prSet loTypeId="urn:microsoft.com/office/officeart/2005/8/layout/vProcess5" loCatId="process" qsTypeId="urn:microsoft.com/office/officeart/2005/8/quickstyle/simple1" qsCatId="simple" csTypeId="urn:microsoft.com/office/officeart/2005/8/colors/accent1_3" csCatId="accent1"/>
      <dgm:spPr/>
      <dgm:t>
        <a:bodyPr/>
        <a:lstStyle/>
        <a:p>
          <a:endParaRPr lang="en-US"/>
        </a:p>
      </dgm:t>
    </dgm:pt>
    <dgm:pt modelId="{C912EF99-5A87-4BF8-A12F-66FD2489E405}">
      <dgm:prSet/>
      <dgm:spPr/>
      <dgm:t>
        <a:bodyPr/>
        <a:lstStyle/>
        <a:p>
          <a:r>
            <a:rPr lang="en-US"/>
            <a:t>Get properties of top candidates.</a:t>
          </a:r>
        </a:p>
      </dgm:t>
    </dgm:pt>
    <dgm:pt modelId="{0F3698E0-F1C9-42DE-84DD-536C3E6C8F02}" type="parTrans" cxnId="{266B721F-DB6F-44D1-BCB2-7D89FD48BA36}">
      <dgm:prSet/>
      <dgm:spPr/>
      <dgm:t>
        <a:bodyPr/>
        <a:lstStyle/>
        <a:p>
          <a:endParaRPr lang="en-US"/>
        </a:p>
      </dgm:t>
    </dgm:pt>
    <dgm:pt modelId="{5C0356BD-65C4-40F7-9D34-6BCDB64A6085}" type="sibTrans" cxnId="{266B721F-DB6F-44D1-BCB2-7D89FD48BA36}">
      <dgm:prSet/>
      <dgm:spPr/>
      <dgm:t>
        <a:bodyPr/>
        <a:lstStyle/>
        <a:p>
          <a:endParaRPr lang="en-US"/>
        </a:p>
      </dgm:t>
    </dgm:pt>
    <dgm:pt modelId="{1762A9DE-7FD9-430C-BEFE-8526FA4D05CE}">
      <dgm:prSet/>
      <dgm:spPr/>
      <dgm:t>
        <a:bodyPr/>
        <a:lstStyle/>
        <a:p>
          <a:r>
            <a:rPr lang="en-US"/>
            <a:t>Check minimum area based on threshold.</a:t>
          </a:r>
        </a:p>
      </dgm:t>
    </dgm:pt>
    <dgm:pt modelId="{C4EAC7EE-20E1-4B44-ABB1-296655E3A215}" type="parTrans" cxnId="{5212461D-97F4-40F9-9371-7367E212BC91}">
      <dgm:prSet/>
      <dgm:spPr/>
      <dgm:t>
        <a:bodyPr/>
        <a:lstStyle/>
        <a:p>
          <a:endParaRPr lang="en-US"/>
        </a:p>
      </dgm:t>
    </dgm:pt>
    <dgm:pt modelId="{B270BA16-63E7-4E6E-BB37-89EF9B2C658D}" type="sibTrans" cxnId="{5212461D-97F4-40F9-9371-7367E212BC91}">
      <dgm:prSet/>
      <dgm:spPr/>
      <dgm:t>
        <a:bodyPr/>
        <a:lstStyle/>
        <a:p>
          <a:endParaRPr lang="en-US"/>
        </a:p>
      </dgm:t>
    </dgm:pt>
    <dgm:pt modelId="{746AA6F9-9BBB-432F-9EB4-59332DD25DCE}">
      <dgm:prSet/>
      <dgm:spPr/>
      <dgm:t>
        <a:bodyPr/>
        <a:lstStyle/>
        <a:p>
          <a:r>
            <a:rPr lang="en-US"/>
            <a:t>Check for Square or Rectangular shape.</a:t>
          </a:r>
        </a:p>
      </dgm:t>
    </dgm:pt>
    <dgm:pt modelId="{022BF90D-6D6A-469B-8F1E-EEB6485887E3}" type="parTrans" cxnId="{147D04B1-6B77-460F-9E6B-8295E74DACAD}">
      <dgm:prSet/>
      <dgm:spPr/>
      <dgm:t>
        <a:bodyPr/>
        <a:lstStyle/>
        <a:p>
          <a:endParaRPr lang="en-US"/>
        </a:p>
      </dgm:t>
    </dgm:pt>
    <dgm:pt modelId="{BBCCE3AC-298D-4D36-965A-2AFF46580F4F}" type="sibTrans" cxnId="{147D04B1-6B77-460F-9E6B-8295E74DACAD}">
      <dgm:prSet/>
      <dgm:spPr/>
      <dgm:t>
        <a:bodyPr/>
        <a:lstStyle/>
        <a:p>
          <a:endParaRPr lang="en-US"/>
        </a:p>
      </dgm:t>
    </dgm:pt>
    <dgm:pt modelId="{4864D054-3F06-43E4-AA09-D2F50A370B5F}">
      <dgm:prSet/>
      <dgm:spPr/>
      <dgm:t>
        <a:bodyPr/>
        <a:lstStyle/>
        <a:p>
          <a:r>
            <a:rPr lang="en-US"/>
            <a:t>Compare with real car plate ratio.</a:t>
          </a:r>
        </a:p>
      </dgm:t>
    </dgm:pt>
    <dgm:pt modelId="{BF888B46-37FF-4128-961D-C107A615E37B}" type="parTrans" cxnId="{F523572D-1ABF-454C-AD62-D5D286C0D23C}">
      <dgm:prSet/>
      <dgm:spPr/>
      <dgm:t>
        <a:bodyPr/>
        <a:lstStyle/>
        <a:p>
          <a:endParaRPr lang="en-US"/>
        </a:p>
      </dgm:t>
    </dgm:pt>
    <dgm:pt modelId="{4319FC0D-DD00-450D-86AD-B6C5A369F7D6}" type="sibTrans" cxnId="{F523572D-1ABF-454C-AD62-D5D286C0D23C}">
      <dgm:prSet/>
      <dgm:spPr/>
      <dgm:t>
        <a:bodyPr/>
        <a:lstStyle/>
        <a:p>
          <a:endParaRPr lang="en-US"/>
        </a:p>
      </dgm:t>
    </dgm:pt>
    <dgm:pt modelId="{1D925157-C392-48AE-A079-5DF458B04751}" type="pres">
      <dgm:prSet presAssocID="{C162E347-40E9-43BE-83E6-D3E96369ABA2}" presName="outerComposite" presStyleCnt="0">
        <dgm:presLayoutVars>
          <dgm:chMax val="5"/>
          <dgm:dir/>
          <dgm:resizeHandles val="exact"/>
        </dgm:presLayoutVars>
      </dgm:prSet>
      <dgm:spPr/>
    </dgm:pt>
    <dgm:pt modelId="{38D7D831-4CB0-4265-9DBD-BB59535D7AA2}" type="pres">
      <dgm:prSet presAssocID="{C162E347-40E9-43BE-83E6-D3E96369ABA2}" presName="dummyMaxCanvas" presStyleCnt="0">
        <dgm:presLayoutVars/>
      </dgm:prSet>
      <dgm:spPr/>
    </dgm:pt>
    <dgm:pt modelId="{F2EBB5A9-939C-435F-B407-EB6C8CB8FBF1}" type="pres">
      <dgm:prSet presAssocID="{C162E347-40E9-43BE-83E6-D3E96369ABA2}" presName="FourNodes_1" presStyleLbl="node1" presStyleIdx="0" presStyleCnt="4">
        <dgm:presLayoutVars>
          <dgm:bulletEnabled val="1"/>
        </dgm:presLayoutVars>
      </dgm:prSet>
      <dgm:spPr/>
    </dgm:pt>
    <dgm:pt modelId="{3CE641A3-58D3-43A0-A42C-7EF43654575E}" type="pres">
      <dgm:prSet presAssocID="{C162E347-40E9-43BE-83E6-D3E96369ABA2}" presName="FourNodes_2" presStyleLbl="node1" presStyleIdx="1" presStyleCnt="4">
        <dgm:presLayoutVars>
          <dgm:bulletEnabled val="1"/>
        </dgm:presLayoutVars>
      </dgm:prSet>
      <dgm:spPr/>
    </dgm:pt>
    <dgm:pt modelId="{2EAC9232-CF48-4CDF-A3D9-C5545AF5ADBA}" type="pres">
      <dgm:prSet presAssocID="{C162E347-40E9-43BE-83E6-D3E96369ABA2}" presName="FourNodes_3" presStyleLbl="node1" presStyleIdx="2" presStyleCnt="4">
        <dgm:presLayoutVars>
          <dgm:bulletEnabled val="1"/>
        </dgm:presLayoutVars>
      </dgm:prSet>
      <dgm:spPr/>
    </dgm:pt>
    <dgm:pt modelId="{ADA4AC72-7459-42DF-872F-6A805A6D6806}" type="pres">
      <dgm:prSet presAssocID="{C162E347-40E9-43BE-83E6-D3E96369ABA2}" presName="FourNodes_4" presStyleLbl="node1" presStyleIdx="3" presStyleCnt="4">
        <dgm:presLayoutVars>
          <dgm:bulletEnabled val="1"/>
        </dgm:presLayoutVars>
      </dgm:prSet>
      <dgm:spPr/>
    </dgm:pt>
    <dgm:pt modelId="{FD6806E2-D0E3-4B74-B6AA-DDD9616BCA85}" type="pres">
      <dgm:prSet presAssocID="{C162E347-40E9-43BE-83E6-D3E96369ABA2}" presName="FourConn_1-2" presStyleLbl="fgAccFollowNode1" presStyleIdx="0" presStyleCnt="3">
        <dgm:presLayoutVars>
          <dgm:bulletEnabled val="1"/>
        </dgm:presLayoutVars>
      </dgm:prSet>
      <dgm:spPr/>
    </dgm:pt>
    <dgm:pt modelId="{B2A034FC-F216-4EAB-95A3-7C20F33941A3}" type="pres">
      <dgm:prSet presAssocID="{C162E347-40E9-43BE-83E6-D3E96369ABA2}" presName="FourConn_2-3" presStyleLbl="fgAccFollowNode1" presStyleIdx="1" presStyleCnt="3">
        <dgm:presLayoutVars>
          <dgm:bulletEnabled val="1"/>
        </dgm:presLayoutVars>
      </dgm:prSet>
      <dgm:spPr/>
    </dgm:pt>
    <dgm:pt modelId="{2533757E-F12C-4D3D-A3F6-F096DD90D598}" type="pres">
      <dgm:prSet presAssocID="{C162E347-40E9-43BE-83E6-D3E96369ABA2}" presName="FourConn_3-4" presStyleLbl="fgAccFollowNode1" presStyleIdx="2" presStyleCnt="3">
        <dgm:presLayoutVars>
          <dgm:bulletEnabled val="1"/>
        </dgm:presLayoutVars>
      </dgm:prSet>
      <dgm:spPr/>
    </dgm:pt>
    <dgm:pt modelId="{491E7B7E-0161-4040-AE04-762A3A901DFD}" type="pres">
      <dgm:prSet presAssocID="{C162E347-40E9-43BE-83E6-D3E96369ABA2}" presName="FourNodes_1_text" presStyleLbl="node1" presStyleIdx="3" presStyleCnt="4">
        <dgm:presLayoutVars>
          <dgm:bulletEnabled val="1"/>
        </dgm:presLayoutVars>
      </dgm:prSet>
      <dgm:spPr/>
    </dgm:pt>
    <dgm:pt modelId="{2B412EFE-211D-4CCB-9C4B-85760A9F2404}" type="pres">
      <dgm:prSet presAssocID="{C162E347-40E9-43BE-83E6-D3E96369ABA2}" presName="FourNodes_2_text" presStyleLbl="node1" presStyleIdx="3" presStyleCnt="4">
        <dgm:presLayoutVars>
          <dgm:bulletEnabled val="1"/>
        </dgm:presLayoutVars>
      </dgm:prSet>
      <dgm:spPr/>
    </dgm:pt>
    <dgm:pt modelId="{B9C2C1F0-1065-439B-B8E0-E008DC6A1A1B}" type="pres">
      <dgm:prSet presAssocID="{C162E347-40E9-43BE-83E6-D3E96369ABA2}" presName="FourNodes_3_text" presStyleLbl="node1" presStyleIdx="3" presStyleCnt="4">
        <dgm:presLayoutVars>
          <dgm:bulletEnabled val="1"/>
        </dgm:presLayoutVars>
      </dgm:prSet>
      <dgm:spPr/>
    </dgm:pt>
    <dgm:pt modelId="{831C5175-8957-4F9D-9AEE-F73EB90EBFD1}" type="pres">
      <dgm:prSet presAssocID="{C162E347-40E9-43BE-83E6-D3E96369ABA2}" presName="FourNodes_4_text" presStyleLbl="node1" presStyleIdx="3" presStyleCnt="4">
        <dgm:presLayoutVars>
          <dgm:bulletEnabled val="1"/>
        </dgm:presLayoutVars>
      </dgm:prSet>
      <dgm:spPr/>
    </dgm:pt>
  </dgm:ptLst>
  <dgm:cxnLst>
    <dgm:cxn modelId="{5212461D-97F4-40F9-9371-7367E212BC91}" srcId="{C162E347-40E9-43BE-83E6-D3E96369ABA2}" destId="{1762A9DE-7FD9-430C-BEFE-8526FA4D05CE}" srcOrd="1" destOrd="0" parTransId="{C4EAC7EE-20E1-4B44-ABB1-296655E3A215}" sibTransId="{B270BA16-63E7-4E6E-BB37-89EF9B2C658D}"/>
    <dgm:cxn modelId="{266B721F-DB6F-44D1-BCB2-7D89FD48BA36}" srcId="{C162E347-40E9-43BE-83E6-D3E96369ABA2}" destId="{C912EF99-5A87-4BF8-A12F-66FD2489E405}" srcOrd="0" destOrd="0" parTransId="{0F3698E0-F1C9-42DE-84DD-536C3E6C8F02}" sibTransId="{5C0356BD-65C4-40F7-9D34-6BCDB64A6085}"/>
    <dgm:cxn modelId="{F523572D-1ABF-454C-AD62-D5D286C0D23C}" srcId="{C162E347-40E9-43BE-83E6-D3E96369ABA2}" destId="{4864D054-3F06-43E4-AA09-D2F50A370B5F}" srcOrd="3" destOrd="0" parTransId="{BF888B46-37FF-4128-961D-C107A615E37B}" sibTransId="{4319FC0D-DD00-450D-86AD-B6C5A369F7D6}"/>
    <dgm:cxn modelId="{38283537-F9A0-4B5E-BB50-4F57101E5A1C}" type="presOf" srcId="{5C0356BD-65C4-40F7-9D34-6BCDB64A6085}" destId="{FD6806E2-D0E3-4B74-B6AA-DDD9616BCA85}" srcOrd="0" destOrd="0" presId="urn:microsoft.com/office/officeart/2005/8/layout/vProcess5"/>
    <dgm:cxn modelId="{BDA6423E-FA5B-42EE-9AFF-53EBFA82C2E3}" type="presOf" srcId="{4864D054-3F06-43E4-AA09-D2F50A370B5F}" destId="{ADA4AC72-7459-42DF-872F-6A805A6D6806}" srcOrd="0" destOrd="0" presId="urn:microsoft.com/office/officeart/2005/8/layout/vProcess5"/>
    <dgm:cxn modelId="{F9704669-4E04-4DD4-ADAC-F22DEFE021B4}" type="presOf" srcId="{C162E347-40E9-43BE-83E6-D3E96369ABA2}" destId="{1D925157-C392-48AE-A079-5DF458B04751}" srcOrd="0" destOrd="0" presId="urn:microsoft.com/office/officeart/2005/8/layout/vProcess5"/>
    <dgm:cxn modelId="{54547475-E05B-4B2C-AF64-303B23F794E0}" type="presOf" srcId="{C912EF99-5A87-4BF8-A12F-66FD2489E405}" destId="{F2EBB5A9-939C-435F-B407-EB6C8CB8FBF1}" srcOrd="0" destOrd="0" presId="urn:microsoft.com/office/officeart/2005/8/layout/vProcess5"/>
    <dgm:cxn modelId="{DEA20C87-49D9-4109-8AC2-A2AC5140354F}" type="presOf" srcId="{1762A9DE-7FD9-430C-BEFE-8526FA4D05CE}" destId="{3CE641A3-58D3-43A0-A42C-7EF43654575E}" srcOrd="0" destOrd="0" presId="urn:microsoft.com/office/officeart/2005/8/layout/vProcess5"/>
    <dgm:cxn modelId="{8553168E-AE3E-45A5-879A-38B485D4497D}" type="presOf" srcId="{C912EF99-5A87-4BF8-A12F-66FD2489E405}" destId="{491E7B7E-0161-4040-AE04-762A3A901DFD}" srcOrd="1" destOrd="0" presId="urn:microsoft.com/office/officeart/2005/8/layout/vProcess5"/>
    <dgm:cxn modelId="{19960D95-7FA3-4B5D-8F0E-C8C173092DE7}" type="presOf" srcId="{4864D054-3F06-43E4-AA09-D2F50A370B5F}" destId="{831C5175-8957-4F9D-9AEE-F73EB90EBFD1}" srcOrd="1" destOrd="0" presId="urn:microsoft.com/office/officeart/2005/8/layout/vProcess5"/>
    <dgm:cxn modelId="{0D4E4D95-00F4-45DA-BDE4-F4D87E2BBF5A}" type="presOf" srcId="{1762A9DE-7FD9-430C-BEFE-8526FA4D05CE}" destId="{2B412EFE-211D-4CCB-9C4B-85760A9F2404}" srcOrd="1" destOrd="0" presId="urn:microsoft.com/office/officeart/2005/8/layout/vProcess5"/>
    <dgm:cxn modelId="{D3B154B0-F973-4CC8-B64F-1A7CD349D0A3}" type="presOf" srcId="{746AA6F9-9BBB-432F-9EB4-59332DD25DCE}" destId="{B9C2C1F0-1065-439B-B8E0-E008DC6A1A1B}" srcOrd="1" destOrd="0" presId="urn:microsoft.com/office/officeart/2005/8/layout/vProcess5"/>
    <dgm:cxn modelId="{147D04B1-6B77-460F-9E6B-8295E74DACAD}" srcId="{C162E347-40E9-43BE-83E6-D3E96369ABA2}" destId="{746AA6F9-9BBB-432F-9EB4-59332DD25DCE}" srcOrd="2" destOrd="0" parTransId="{022BF90D-6D6A-469B-8F1E-EEB6485887E3}" sibTransId="{BBCCE3AC-298D-4D36-965A-2AFF46580F4F}"/>
    <dgm:cxn modelId="{E4501FB1-67E6-43A3-9480-D385C4C8410E}" type="presOf" srcId="{BBCCE3AC-298D-4D36-965A-2AFF46580F4F}" destId="{2533757E-F12C-4D3D-A3F6-F096DD90D598}" srcOrd="0" destOrd="0" presId="urn:microsoft.com/office/officeart/2005/8/layout/vProcess5"/>
    <dgm:cxn modelId="{9C9FA5B6-DA45-4D19-904A-16FE06D39DDE}" type="presOf" srcId="{B270BA16-63E7-4E6E-BB37-89EF9B2C658D}" destId="{B2A034FC-F216-4EAB-95A3-7C20F33941A3}" srcOrd="0" destOrd="0" presId="urn:microsoft.com/office/officeart/2005/8/layout/vProcess5"/>
    <dgm:cxn modelId="{E6DF2DDF-D3F6-4642-9434-951D249F3646}" type="presOf" srcId="{746AA6F9-9BBB-432F-9EB4-59332DD25DCE}" destId="{2EAC9232-CF48-4CDF-A3D9-C5545AF5ADBA}" srcOrd="0" destOrd="0" presId="urn:microsoft.com/office/officeart/2005/8/layout/vProcess5"/>
    <dgm:cxn modelId="{148D3F1C-B453-472A-97CD-49402D546A63}" type="presParOf" srcId="{1D925157-C392-48AE-A079-5DF458B04751}" destId="{38D7D831-4CB0-4265-9DBD-BB59535D7AA2}" srcOrd="0" destOrd="0" presId="urn:microsoft.com/office/officeart/2005/8/layout/vProcess5"/>
    <dgm:cxn modelId="{7FA9DEE3-6955-4381-A69A-A8051CAAE1DA}" type="presParOf" srcId="{1D925157-C392-48AE-A079-5DF458B04751}" destId="{F2EBB5A9-939C-435F-B407-EB6C8CB8FBF1}" srcOrd="1" destOrd="0" presId="urn:microsoft.com/office/officeart/2005/8/layout/vProcess5"/>
    <dgm:cxn modelId="{606370AD-298F-40A9-A0FB-A9DA2E7145D4}" type="presParOf" srcId="{1D925157-C392-48AE-A079-5DF458B04751}" destId="{3CE641A3-58D3-43A0-A42C-7EF43654575E}" srcOrd="2" destOrd="0" presId="urn:microsoft.com/office/officeart/2005/8/layout/vProcess5"/>
    <dgm:cxn modelId="{52571B87-2F3B-48D8-8FFC-60A877313901}" type="presParOf" srcId="{1D925157-C392-48AE-A079-5DF458B04751}" destId="{2EAC9232-CF48-4CDF-A3D9-C5545AF5ADBA}" srcOrd="3" destOrd="0" presId="urn:microsoft.com/office/officeart/2005/8/layout/vProcess5"/>
    <dgm:cxn modelId="{B1F24CC4-D181-4B15-A8DE-3E5CE6013348}" type="presParOf" srcId="{1D925157-C392-48AE-A079-5DF458B04751}" destId="{ADA4AC72-7459-42DF-872F-6A805A6D6806}" srcOrd="4" destOrd="0" presId="urn:microsoft.com/office/officeart/2005/8/layout/vProcess5"/>
    <dgm:cxn modelId="{009A47F3-AF3F-466D-B643-2D18D599C374}" type="presParOf" srcId="{1D925157-C392-48AE-A079-5DF458B04751}" destId="{FD6806E2-D0E3-4B74-B6AA-DDD9616BCA85}" srcOrd="5" destOrd="0" presId="urn:microsoft.com/office/officeart/2005/8/layout/vProcess5"/>
    <dgm:cxn modelId="{0D419E9D-9672-4717-B142-921AABD83F4D}" type="presParOf" srcId="{1D925157-C392-48AE-A079-5DF458B04751}" destId="{B2A034FC-F216-4EAB-95A3-7C20F33941A3}" srcOrd="6" destOrd="0" presId="urn:microsoft.com/office/officeart/2005/8/layout/vProcess5"/>
    <dgm:cxn modelId="{D0CC73A3-3BFA-43BC-8A6E-FCA2B28F6C62}" type="presParOf" srcId="{1D925157-C392-48AE-A079-5DF458B04751}" destId="{2533757E-F12C-4D3D-A3F6-F096DD90D598}" srcOrd="7" destOrd="0" presId="urn:microsoft.com/office/officeart/2005/8/layout/vProcess5"/>
    <dgm:cxn modelId="{4CDB5C05-46BE-45FF-A416-0F0214F5863D}" type="presParOf" srcId="{1D925157-C392-48AE-A079-5DF458B04751}" destId="{491E7B7E-0161-4040-AE04-762A3A901DFD}" srcOrd="8" destOrd="0" presId="urn:microsoft.com/office/officeart/2005/8/layout/vProcess5"/>
    <dgm:cxn modelId="{387D5ABC-CA64-4C38-ABB8-3351DA6AD0BE}" type="presParOf" srcId="{1D925157-C392-48AE-A079-5DF458B04751}" destId="{2B412EFE-211D-4CCB-9C4B-85760A9F2404}" srcOrd="9" destOrd="0" presId="urn:microsoft.com/office/officeart/2005/8/layout/vProcess5"/>
    <dgm:cxn modelId="{74F65274-90DA-4BAF-9667-C658CEF17602}" type="presParOf" srcId="{1D925157-C392-48AE-A079-5DF458B04751}" destId="{B9C2C1F0-1065-439B-B8E0-E008DC6A1A1B}" srcOrd="10" destOrd="0" presId="urn:microsoft.com/office/officeart/2005/8/layout/vProcess5"/>
    <dgm:cxn modelId="{C377B0FA-8C52-4FAE-A94B-49D7C6C756A2}" type="presParOf" srcId="{1D925157-C392-48AE-A079-5DF458B04751}" destId="{831C5175-8957-4F9D-9AEE-F73EB90EBFD1}" srcOrd="11"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B9C0A75-4F52-495D-BC47-308ECC49034D}" type="doc">
      <dgm:prSet loTypeId="urn:microsoft.com/office/officeart/2005/8/layout/default" loCatId="list" qsTypeId="urn:microsoft.com/office/officeart/2005/8/quickstyle/simple3" qsCatId="simple" csTypeId="urn:microsoft.com/office/officeart/2005/8/colors/accent4_2" csCatId="accent4" phldr="1"/>
      <dgm:spPr/>
      <dgm:t>
        <a:bodyPr/>
        <a:lstStyle/>
        <a:p>
          <a:endParaRPr lang="en-GB"/>
        </a:p>
      </dgm:t>
    </dgm:pt>
    <dgm:pt modelId="{3806F3B4-4815-4EBF-A5E1-60350469FB7A}">
      <dgm:prSet phldrT="[Text]" phldr="0"/>
      <dgm:spPr/>
      <dgm:t>
        <a:bodyPr/>
        <a:lstStyle/>
        <a:p>
          <a:pPr algn="l"/>
          <a:r>
            <a:rPr lang="en-GB">
              <a:latin typeface="Aptos Display" panose="02110004020202020204"/>
            </a:rPr>
            <a:t>Solidity</a:t>
          </a:r>
          <a:endParaRPr lang="en-GB"/>
        </a:p>
      </dgm:t>
    </dgm:pt>
    <dgm:pt modelId="{B4A28A51-EA91-4769-8124-0B7839FA54F5}" type="parTrans" cxnId="{C6B4D5C1-DA10-4535-B25F-68FD1A8E280D}">
      <dgm:prSet/>
      <dgm:spPr/>
      <dgm:t>
        <a:bodyPr/>
        <a:lstStyle/>
        <a:p>
          <a:endParaRPr lang="en-GB"/>
        </a:p>
      </dgm:t>
    </dgm:pt>
    <dgm:pt modelId="{34E64C3F-1DC7-489C-95F3-79712BF3DE3D}" type="sibTrans" cxnId="{C6B4D5C1-DA10-4535-B25F-68FD1A8E280D}">
      <dgm:prSet/>
      <dgm:spPr/>
      <dgm:t>
        <a:bodyPr/>
        <a:lstStyle/>
        <a:p>
          <a:endParaRPr lang="en-GB"/>
        </a:p>
      </dgm:t>
    </dgm:pt>
    <dgm:pt modelId="{BB007F18-7AD7-47F7-8503-782677325A3A}">
      <dgm:prSet phldr="0"/>
      <dgm:spPr/>
      <dgm:t>
        <a:bodyPr/>
        <a:lstStyle/>
        <a:p>
          <a:pPr algn="l" rtl="0"/>
          <a:r>
            <a:rPr lang="en-GB">
              <a:latin typeface="Aptos"/>
            </a:rPr>
            <a:t> </a:t>
          </a:r>
          <a:r>
            <a:rPr lang="en-GB">
              <a:latin typeface="Aptos Display" panose="02110004020202020204"/>
            </a:rPr>
            <a:t>Aspect ratio</a:t>
          </a:r>
          <a:endParaRPr lang="en-US">
            <a:latin typeface="Aptos Display" panose="02110004020202020204"/>
          </a:endParaRPr>
        </a:p>
      </dgm:t>
    </dgm:pt>
    <dgm:pt modelId="{81DAF0C2-D829-473E-BB59-4D8AE9B5DBCA}" type="parTrans" cxnId="{F9B33C24-6C2B-441B-A537-F1B245B3D938}">
      <dgm:prSet/>
      <dgm:spPr/>
    </dgm:pt>
    <dgm:pt modelId="{0A50C957-C897-491C-BA81-2746EA398BB5}" type="sibTrans" cxnId="{F9B33C24-6C2B-441B-A537-F1B245B3D938}">
      <dgm:prSet/>
      <dgm:spPr/>
    </dgm:pt>
    <dgm:pt modelId="{5F5B25E9-657A-4710-9C4E-DC4D885A260C}">
      <dgm:prSet phldr="0"/>
      <dgm:spPr/>
      <dgm:t>
        <a:bodyPr/>
        <a:lstStyle/>
        <a:p>
          <a:pPr algn="l"/>
          <a:r>
            <a:rPr lang="en-GB">
              <a:latin typeface="Aptos Display" panose="02110004020202020204"/>
            </a:rPr>
            <a:t>Eccentricity</a:t>
          </a:r>
        </a:p>
      </dgm:t>
    </dgm:pt>
    <dgm:pt modelId="{9FDA354D-0393-4DD1-A0BE-D823326BB6AA}" type="parTrans" cxnId="{ED9461DE-E74B-4239-A358-0EDE4CA3AEFC}">
      <dgm:prSet/>
      <dgm:spPr/>
    </dgm:pt>
    <dgm:pt modelId="{AE908852-189A-4494-8DDC-554AA4C0C628}" type="sibTrans" cxnId="{ED9461DE-E74B-4239-A358-0EDE4CA3AEFC}">
      <dgm:prSet/>
      <dgm:spPr/>
    </dgm:pt>
    <dgm:pt modelId="{AD594B01-D275-47C8-BB3C-6717AACBFF0B}">
      <dgm:prSet phldr="0"/>
      <dgm:spPr/>
      <dgm:t>
        <a:bodyPr/>
        <a:lstStyle/>
        <a:p>
          <a:pPr algn="l"/>
          <a:r>
            <a:rPr lang="en-GB">
              <a:latin typeface="Aptos Display" panose="02110004020202020204"/>
            </a:rPr>
            <a:t>Euler number</a:t>
          </a:r>
        </a:p>
      </dgm:t>
    </dgm:pt>
    <dgm:pt modelId="{8FB4ADF5-1FF7-4F64-A77F-204BFB6DF551}" type="parTrans" cxnId="{219F0DA7-D4D9-4726-A6D9-D20E8F408DD0}">
      <dgm:prSet/>
      <dgm:spPr/>
    </dgm:pt>
    <dgm:pt modelId="{FD3650C4-5C83-4FCA-9C94-6627DF3232A2}" type="sibTrans" cxnId="{219F0DA7-D4D9-4726-A6D9-D20E8F408DD0}">
      <dgm:prSet/>
      <dgm:spPr/>
    </dgm:pt>
    <dgm:pt modelId="{5E8AFF0E-17D3-4BD0-9171-F8E4689659C6}">
      <dgm:prSet phldr="0"/>
      <dgm:spPr/>
      <dgm:t>
        <a:bodyPr/>
        <a:lstStyle/>
        <a:p>
          <a:pPr algn="l"/>
          <a:r>
            <a:rPr lang="en-GB">
              <a:latin typeface="Aptos Display" panose="02110004020202020204"/>
            </a:rPr>
            <a:t>Extent</a:t>
          </a:r>
        </a:p>
      </dgm:t>
    </dgm:pt>
    <dgm:pt modelId="{13C2E6E9-79E9-4D6E-824C-AEB3D2E0CC32}" type="parTrans" cxnId="{09A883F9-69BD-4D43-A624-F16345C84294}">
      <dgm:prSet/>
      <dgm:spPr/>
    </dgm:pt>
    <dgm:pt modelId="{1CDDBD0F-1E38-4EA7-B028-E18C7FA9D42E}" type="sibTrans" cxnId="{09A883F9-69BD-4D43-A624-F16345C84294}">
      <dgm:prSet/>
      <dgm:spPr/>
    </dgm:pt>
    <dgm:pt modelId="{28CA74F3-E657-4C55-9AEF-FE2D147C99A6}" type="pres">
      <dgm:prSet presAssocID="{3B9C0A75-4F52-495D-BC47-308ECC49034D}" presName="diagram" presStyleCnt="0">
        <dgm:presLayoutVars>
          <dgm:dir/>
          <dgm:resizeHandles val="exact"/>
        </dgm:presLayoutVars>
      </dgm:prSet>
      <dgm:spPr/>
    </dgm:pt>
    <dgm:pt modelId="{1D68AC84-DAC0-4414-8320-3A64451206B2}" type="pres">
      <dgm:prSet presAssocID="{BB007F18-7AD7-47F7-8503-782677325A3A}" presName="node" presStyleLbl="node1" presStyleIdx="0" presStyleCnt="5">
        <dgm:presLayoutVars>
          <dgm:bulletEnabled val="1"/>
        </dgm:presLayoutVars>
      </dgm:prSet>
      <dgm:spPr/>
    </dgm:pt>
    <dgm:pt modelId="{A2620166-96C3-4901-A132-32E90C04FEBE}" type="pres">
      <dgm:prSet presAssocID="{0A50C957-C897-491C-BA81-2746EA398BB5}" presName="sibTrans" presStyleCnt="0"/>
      <dgm:spPr/>
    </dgm:pt>
    <dgm:pt modelId="{BBC96C5A-6291-4AA4-A208-07CC14A317BC}" type="pres">
      <dgm:prSet presAssocID="{5F5B25E9-657A-4710-9C4E-DC4D885A260C}" presName="node" presStyleLbl="node1" presStyleIdx="1" presStyleCnt="5">
        <dgm:presLayoutVars>
          <dgm:bulletEnabled val="1"/>
        </dgm:presLayoutVars>
      </dgm:prSet>
      <dgm:spPr/>
    </dgm:pt>
    <dgm:pt modelId="{4FC7D6AD-2904-490B-BB9D-1F0ECA10A866}" type="pres">
      <dgm:prSet presAssocID="{AE908852-189A-4494-8DDC-554AA4C0C628}" presName="sibTrans" presStyleCnt="0"/>
      <dgm:spPr/>
    </dgm:pt>
    <dgm:pt modelId="{B33AA5DA-B3CC-44A7-B349-BC3E2BBF634E}" type="pres">
      <dgm:prSet presAssocID="{AD594B01-D275-47C8-BB3C-6717AACBFF0B}" presName="node" presStyleLbl="node1" presStyleIdx="2" presStyleCnt="5">
        <dgm:presLayoutVars>
          <dgm:bulletEnabled val="1"/>
        </dgm:presLayoutVars>
      </dgm:prSet>
      <dgm:spPr/>
    </dgm:pt>
    <dgm:pt modelId="{83F2A267-ED16-4B2B-80C5-4CA63433C119}" type="pres">
      <dgm:prSet presAssocID="{FD3650C4-5C83-4FCA-9C94-6627DF3232A2}" presName="sibTrans" presStyleCnt="0"/>
      <dgm:spPr/>
    </dgm:pt>
    <dgm:pt modelId="{83749B84-C452-4897-B3A2-BDD28175376D}" type="pres">
      <dgm:prSet presAssocID="{5E8AFF0E-17D3-4BD0-9171-F8E4689659C6}" presName="node" presStyleLbl="node1" presStyleIdx="3" presStyleCnt="5">
        <dgm:presLayoutVars>
          <dgm:bulletEnabled val="1"/>
        </dgm:presLayoutVars>
      </dgm:prSet>
      <dgm:spPr/>
    </dgm:pt>
    <dgm:pt modelId="{33CD23F2-99C0-4E4D-8EED-C12619580582}" type="pres">
      <dgm:prSet presAssocID="{1CDDBD0F-1E38-4EA7-B028-E18C7FA9D42E}" presName="sibTrans" presStyleCnt="0"/>
      <dgm:spPr/>
    </dgm:pt>
    <dgm:pt modelId="{0FB9CBF3-CA05-416F-88AE-2D80E7F36268}" type="pres">
      <dgm:prSet presAssocID="{3806F3B4-4815-4EBF-A5E1-60350469FB7A}" presName="node" presStyleLbl="node1" presStyleIdx="4" presStyleCnt="5">
        <dgm:presLayoutVars>
          <dgm:bulletEnabled val="1"/>
        </dgm:presLayoutVars>
      </dgm:prSet>
      <dgm:spPr/>
    </dgm:pt>
  </dgm:ptLst>
  <dgm:cxnLst>
    <dgm:cxn modelId="{45411B23-0CC4-45B5-BCDF-E2A75F5E3FEA}" type="presOf" srcId="{AD594B01-D275-47C8-BB3C-6717AACBFF0B}" destId="{B33AA5DA-B3CC-44A7-B349-BC3E2BBF634E}" srcOrd="0" destOrd="0" presId="urn:microsoft.com/office/officeart/2005/8/layout/default"/>
    <dgm:cxn modelId="{F9B33C24-6C2B-441B-A537-F1B245B3D938}" srcId="{3B9C0A75-4F52-495D-BC47-308ECC49034D}" destId="{BB007F18-7AD7-47F7-8503-782677325A3A}" srcOrd="0" destOrd="0" parTransId="{81DAF0C2-D829-473E-BB59-4D8AE9B5DBCA}" sibTransId="{0A50C957-C897-491C-BA81-2746EA398BB5}"/>
    <dgm:cxn modelId="{219F0DA7-D4D9-4726-A6D9-D20E8F408DD0}" srcId="{3B9C0A75-4F52-495D-BC47-308ECC49034D}" destId="{AD594B01-D275-47C8-BB3C-6717AACBFF0B}" srcOrd="2" destOrd="0" parTransId="{8FB4ADF5-1FF7-4F64-A77F-204BFB6DF551}" sibTransId="{FD3650C4-5C83-4FCA-9C94-6627DF3232A2}"/>
    <dgm:cxn modelId="{C6B4D5C1-DA10-4535-B25F-68FD1A8E280D}" srcId="{3B9C0A75-4F52-495D-BC47-308ECC49034D}" destId="{3806F3B4-4815-4EBF-A5E1-60350469FB7A}" srcOrd="4" destOrd="0" parTransId="{B4A28A51-EA91-4769-8124-0B7839FA54F5}" sibTransId="{34E64C3F-1DC7-489C-95F3-79712BF3DE3D}"/>
    <dgm:cxn modelId="{327CC0C4-4706-43EB-9344-9191426784BC}" type="presOf" srcId="{3806F3B4-4815-4EBF-A5E1-60350469FB7A}" destId="{0FB9CBF3-CA05-416F-88AE-2D80E7F36268}" srcOrd="0" destOrd="0" presId="urn:microsoft.com/office/officeart/2005/8/layout/default"/>
    <dgm:cxn modelId="{8C6FB6C5-A7D4-4C69-B99A-EA2F3FD02426}" type="presOf" srcId="{5F5B25E9-657A-4710-9C4E-DC4D885A260C}" destId="{BBC96C5A-6291-4AA4-A208-07CC14A317BC}" srcOrd="0" destOrd="0" presId="urn:microsoft.com/office/officeart/2005/8/layout/default"/>
    <dgm:cxn modelId="{ED9461DE-E74B-4239-A358-0EDE4CA3AEFC}" srcId="{3B9C0A75-4F52-495D-BC47-308ECC49034D}" destId="{5F5B25E9-657A-4710-9C4E-DC4D885A260C}" srcOrd="1" destOrd="0" parTransId="{9FDA354D-0393-4DD1-A0BE-D823326BB6AA}" sibTransId="{AE908852-189A-4494-8DDC-554AA4C0C628}"/>
    <dgm:cxn modelId="{0527CCF2-6FBB-4914-94E4-8BEE4C6AD4B2}" type="presOf" srcId="{BB007F18-7AD7-47F7-8503-782677325A3A}" destId="{1D68AC84-DAC0-4414-8320-3A64451206B2}" srcOrd="0" destOrd="0" presId="urn:microsoft.com/office/officeart/2005/8/layout/default"/>
    <dgm:cxn modelId="{E27CF6F5-8CA4-47C9-8AA0-63A49267FAFD}" type="presOf" srcId="{3B9C0A75-4F52-495D-BC47-308ECC49034D}" destId="{28CA74F3-E657-4C55-9AEF-FE2D147C99A6}" srcOrd="0" destOrd="0" presId="urn:microsoft.com/office/officeart/2005/8/layout/default"/>
    <dgm:cxn modelId="{09A883F9-69BD-4D43-A624-F16345C84294}" srcId="{3B9C0A75-4F52-495D-BC47-308ECC49034D}" destId="{5E8AFF0E-17D3-4BD0-9171-F8E4689659C6}" srcOrd="3" destOrd="0" parTransId="{13C2E6E9-79E9-4D6E-824C-AEB3D2E0CC32}" sibTransId="{1CDDBD0F-1E38-4EA7-B028-E18C7FA9D42E}"/>
    <dgm:cxn modelId="{AD23F9F9-F6BD-4283-BE9F-4B67D4287AD4}" type="presOf" srcId="{5E8AFF0E-17D3-4BD0-9171-F8E4689659C6}" destId="{83749B84-C452-4897-B3A2-BDD28175376D}" srcOrd="0" destOrd="0" presId="urn:microsoft.com/office/officeart/2005/8/layout/default"/>
    <dgm:cxn modelId="{205C5B2F-E371-4F4C-A9D2-BF68C5A2D82D}" type="presParOf" srcId="{28CA74F3-E657-4C55-9AEF-FE2D147C99A6}" destId="{1D68AC84-DAC0-4414-8320-3A64451206B2}" srcOrd="0" destOrd="0" presId="urn:microsoft.com/office/officeart/2005/8/layout/default"/>
    <dgm:cxn modelId="{CEEF98B3-65DD-4DD6-82E0-8CF3360C718D}" type="presParOf" srcId="{28CA74F3-E657-4C55-9AEF-FE2D147C99A6}" destId="{A2620166-96C3-4901-A132-32E90C04FEBE}" srcOrd="1" destOrd="0" presId="urn:microsoft.com/office/officeart/2005/8/layout/default"/>
    <dgm:cxn modelId="{1CA437DE-B673-4978-B5A6-2B4FB5BF14D3}" type="presParOf" srcId="{28CA74F3-E657-4C55-9AEF-FE2D147C99A6}" destId="{BBC96C5A-6291-4AA4-A208-07CC14A317BC}" srcOrd="2" destOrd="0" presId="urn:microsoft.com/office/officeart/2005/8/layout/default"/>
    <dgm:cxn modelId="{20EB58B2-7A2A-496E-B1D8-489F39BA4D87}" type="presParOf" srcId="{28CA74F3-E657-4C55-9AEF-FE2D147C99A6}" destId="{4FC7D6AD-2904-490B-BB9D-1F0ECA10A866}" srcOrd="3" destOrd="0" presId="urn:microsoft.com/office/officeart/2005/8/layout/default"/>
    <dgm:cxn modelId="{69C74724-BAF1-4B0B-BEB4-C3B2D74E584B}" type="presParOf" srcId="{28CA74F3-E657-4C55-9AEF-FE2D147C99A6}" destId="{B33AA5DA-B3CC-44A7-B349-BC3E2BBF634E}" srcOrd="4" destOrd="0" presId="urn:microsoft.com/office/officeart/2005/8/layout/default"/>
    <dgm:cxn modelId="{789337E0-D72E-4D08-BF60-2ABC5F0ACBF8}" type="presParOf" srcId="{28CA74F3-E657-4C55-9AEF-FE2D147C99A6}" destId="{83F2A267-ED16-4B2B-80C5-4CA63433C119}" srcOrd="5" destOrd="0" presId="urn:microsoft.com/office/officeart/2005/8/layout/default"/>
    <dgm:cxn modelId="{02B08340-B680-4EF2-940F-66AE6F53A5B7}" type="presParOf" srcId="{28CA74F3-E657-4C55-9AEF-FE2D147C99A6}" destId="{83749B84-C452-4897-B3A2-BDD28175376D}" srcOrd="6" destOrd="0" presId="urn:microsoft.com/office/officeart/2005/8/layout/default"/>
    <dgm:cxn modelId="{F3B76A3D-E4FE-4942-9E53-658235585938}" type="presParOf" srcId="{28CA74F3-E657-4C55-9AEF-FE2D147C99A6}" destId="{33CD23F2-99C0-4E4D-8EED-C12619580582}" srcOrd="7" destOrd="0" presId="urn:microsoft.com/office/officeart/2005/8/layout/default"/>
    <dgm:cxn modelId="{DD6FE169-9E22-414B-9C1B-BC9DA973AED9}" type="presParOf" srcId="{28CA74F3-E657-4C55-9AEF-FE2D147C99A6}" destId="{0FB9CBF3-CA05-416F-88AE-2D80E7F36268}" srcOrd="8"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21FB419-8126-4385-A354-8277BC77C18D}" type="doc">
      <dgm:prSet loTypeId="urn:microsoft.com/office/officeart/2005/8/layout/vList2" loCatId="list" qsTypeId="urn:microsoft.com/office/officeart/2005/8/quickstyle/simple5" qsCatId="simple" csTypeId="urn:microsoft.com/office/officeart/2005/8/colors/colorful1" csCatId="colorful"/>
      <dgm:spPr/>
      <dgm:t>
        <a:bodyPr/>
        <a:lstStyle/>
        <a:p>
          <a:endParaRPr lang="en-US"/>
        </a:p>
      </dgm:t>
    </dgm:pt>
    <dgm:pt modelId="{54DE08A4-5FAF-492E-A14D-EC22C8314FFA}">
      <dgm:prSet/>
      <dgm:spPr/>
      <dgm:t>
        <a:bodyPr/>
        <a:lstStyle/>
        <a:p>
          <a:r>
            <a:rPr lang="en-US"/>
            <a:t>Another common metric used to discriminate between text and non-text is stroke width. </a:t>
          </a:r>
          <a:r>
            <a:rPr lang="en-US" i="1"/>
            <a:t>Stroke width</a:t>
          </a:r>
          <a:r>
            <a:rPr lang="en-US"/>
            <a:t> is a measure of the width of the curves and lines that make up a character. Text regions tend to have little stroke width variation, whereas non-text regions tend to have larger variations.</a:t>
          </a:r>
        </a:p>
      </dgm:t>
    </dgm:pt>
    <dgm:pt modelId="{15BB0E74-575D-4E8D-89A3-534E409F29E0}" type="parTrans" cxnId="{0DE460A2-FEAF-498A-82BA-CC65417D0077}">
      <dgm:prSet/>
      <dgm:spPr/>
      <dgm:t>
        <a:bodyPr/>
        <a:lstStyle/>
        <a:p>
          <a:endParaRPr lang="en-US"/>
        </a:p>
      </dgm:t>
    </dgm:pt>
    <dgm:pt modelId="{4CAFE936-33B4-4455-9554-D45D76B09C57}" type="sibTrans" cxnId="{0DE460A2-FEAF-498A-82BA-CC65417D0077}">
      <dgm:prSet/>
      <dgm:spPr/>
      <dgm:t>
        <a:bodyPr/>
        <a:lstStyle/>
        <a:p>
          <a:endParaRPr lang="en-US"/>
        </a:p>
      </dgm:t>
    </dgm:pt>
    <dgm:pt modelId="{75B3AE48-3175-4B8E-A774-5BE4C217A096}">
      <dgm:prSet/>
      <dgm:spPr/>
      <dgm:t>
        <a:bodyPr/>
        <a:lstStyle/>
        <a:p>
          <a:r>
            <a:rPr lang="en-US"/>
            <a:t>To help understand how the stroke width can be used to remove non-text regions, estimate the stroke width of one of the detected MSER regions. You can do this by using a distance transform and binary thinning operation</a:t>
          </a:r>
        </a:p>
      </dgm:t>
    </dgm:pt>
    <dgm:pt modelId="{4CFAFF03-6991-45D5-8AAA-64F378524DF5}" type="parTrans" cxnId="{3CF915C9-A841-485A-8D7B-1817DBB3D812}">
      <dgm:prSet/>
      <dgm:spPr/>
      <dgm:t>
        <a:bodyPr/>
        <a:lstStyle/>
        <a:p>
          <a:endParaRPr lang="en-US"/>
        </a:p>
      </dgm:t>
    </dgm:pt>
    <dgm:pt modelId="{40F5CC9F-D687-4D44-9C66-8B15BF804F92}" type="sibTrans" cxnId="{3CF915C9-A841-485A-8D7B-1817DBB3D812}">
      <dgm:prSet/>
      <dgm:spPr/>
      <dgm:t>
        <a:bodyPr/>
        <a:lstStyle/>
        <a:p>
          <a:endParaRPr lang="en-US"/>
        </a:p>
      </dgm:t>
    </dgm:pt>
    <dgm:pt modelId="{0A42CBC5-E2C8-4F8D-AAF0-F387B7E119A4}" type="pres">
      <dgm:prSet presAssocID="{821FB419-8126-4385-A354-8277BC77C18D}" presName="linear" presStyleCnt="0">
        <dgm:presLayoutVars>
          <dgm:animLvl val="lvl"/>
          <dgm:resizeHandles val="exact"/>
        </dgm:presLayoutVars>
      </dgm:prSet>
      <dgm:spPr/>
    </dgm:pt>
    <dgm:pt modelId="{33AC05E7-AAF6-4979-A61D-A8E5341FF57C}" type="pres">
      <dgm:prSet presAssocID="{54DE08A4-5FAF-492E-A14D-EC22C8314FFA}" presName="parentText" presStyleLbl="node1" presStyleIdx="0" presStyleCnt="2" custLinFactNeighborY="13511">
        <dgm:presLayoutVars>
          <dgm:chMax val="0"/>
          <dgm:bulletEnabled val="1"/>
        </dgm:presLayoutVars>
      </dgm:prSet>
      <dgm:spPr/>
    </dgm:pt>
    <dgm:pt modelId="{7CF17A11-3EF0-4163-9458-5E6FFF18FE0F}" type="pres">
      <dgm:prSet presAssocID="{4CAFE936-33B4-4455-9554-D45D76B09C57}" presName="spacer" presStyleCnt="0"/>
      <dgm:spPr/>
    </dgm:pt>
    <dgm:pt modelId="{081D774B-B6B6-4B84-BB2E-F3FCF0895B32}" type="pres">
      <dgm:prSet presAssocID="{75B3AE48-3175-4B8E-A774-5BE4C217A096}" presName="parentText" presStyleLbl="node1" presStyleIdx="1" presStyleCnt="2">
        <dgm:presLayoutVars>
          <dgm:chMax val="0"/>
          <dgm:bulletEnabled val="1"/>
        </dgm:presLayoutVars>
      </dgm:prSet>
      <dgm:spPr/>
    </dgm:pt>
  </dgm:ptLst>
  <dgm:cxnLst>
    <dgm:cxn modelId="{02143B75-9389-4AF4-AC5A-756E8301BBDD}" type="presOf" srcId="{54DE08A4-5FAF-492E-A14D-EC22C8314FFA}" destId="{33AC05E7-AAF6-4979-A61D-A8E5341FF57C}" srcOrd="0" destOrd="0" presId="urn:microsoft.com/office/officeart/2005/8/layout/vList2"/>
    <dgm:cxn modelId="{D005B181-AFDE-4241-AC49-B81BF2B21DD2}" type="presOf" srcId="{821FB419-8126-4385-A354-8277BC77C18D}" destId="{0A42CBC5-E2C8-4F8D-AAF0-F387B7E119A4}" srcOrd="0" destOrd="0" presId="urn:microsoft.com/office/officeart/2005/8/layout/vList2"/>
    <dgm:cxn modelId="{0DE460A2-FEAF-498A-82BA-CC65417D0077}" srcId="{821FB419-8126-4385-A354-8277BC77C18D}" destId="{54DE08A4-5FAF-492E-A14D-EC22C8314FFA}" srcOrd="0" destOrd="0" parTransId="{15BB0E74-575D-4E8D-89A3-534E409F29E0}" sibTransId="{4CAFE936-33B4-4455-9554-D45D76B09C57}"/>
    <dgm:cxn modelId="{3CF915C9-A841-485A-8D7B-1817DBB3D812}" srcId="{821FB419-8126-4385-A354-8277BC77C18D}" destId="{75B3AE48-3175-4B8E-A774-5BE4C217A096}" srcOrd="1" destOrd="0" parTransId="{4CFAFF03-6991-45D5-8AAA-64F378524DF5}" sibTransId="{40F5CC9F-D687-4D44-9C66-8B15BF804F92}"/>
    <dgm:cxn modelId="{14FFD9D3-3BD6-40DB-B17D-0E494A192453}" type="presOf" srcId="{75B3AE48-3175-4B8E-A774-5BE4C217A096}" destId="{081D774B-B6B6-4B84-BB2E-F3FCF0895B32}" srcOrd="0" destOrd="0" presId="urn:microsoft.com/office/officeart/2005/8/layout/vList2"/>
    <dgm:cxn modelId="{B5A87BB8-7642-4FF1-B4C0-ECDDEB215B9E}" type="presParOf" srcId="{0A42CBC5-E2C8-4F8D-AAF0-F387B7E119A4}" destId="{33AC05E7-AAF6-4979-A61D-A8E5341FF57C}" srcOrd="0" destOrd="0" presId="urn:microsoft.com/office/officeart/2005/8/layout/vList2"/>
    <dgm:cxn modelId="{EB656521-4900-45C7-A910-9BA9FADB0AF0}" type="presParOf" srcId="{0A42CBC5-E2C8-4F8D-AAF0-F387B7E119A4}" destId="{7CF17A11-3EF0-4163-9458-5E6FFF18FE0F}" srcOrd="1" destOrd="0" presId="urn:microsoft.com/office/officeart/2005/8/layout/vList2"/>
    <dgm:cxn modelId="{D2E7DAC6-8054-4E76-AAE0-100B840B12DE}" type="presParOf" srcId="{0A42CBC5-E2C8-4F8D-AAF0-F387B7E119A4}" destId="{081D774B-B6B6-4B84-BB2E-F3FCF0895B32}"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8078AF-2075-497B-9DC0-1A38F87C852B}">
      <dsp:nvSpPr>
        <dsp:cNvPr id="0" name=""/>
        <dsp:cNvSpPr/>
      </dsp:nvSpPr>
      <dsp:spPr>
        <a:xfrm>
          <a:off x="282221" y="1410409"/>
          <a:ext cx="1371985" cy="137198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62F8B97-9649-490B-9AC1-46F8421174B9}">
      <dsp:nvSpPr>
        <dsp:cNvPr id="0" name=""/>
        <dsp:cNvSpPr/>
      </dsp:nvSpPr>
      <dsp:spPr>
        <a:xfrm>
          <a:off x="570337" y="1698526"/>
          <a:ext cx="795751" cy="79575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058731E-21DE-4229-825C-07D38FE97969}">
      <dsp:nvSpPr>
        <dsp:cNvPr id="0" name=""/>
        <dsp:cNvSpPr/>
      </dsp:nvSpPr>
      <dsp:spPr>
        <a:xfrm>
          <a:off x="1948202" y="1410409"/>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22350">
            <a:lnSpc>
              <a:spcPct val="100000"/>
            </a:lnSpc>
            <a:spcBef>
              <a:spcPct val="0"/>
            </a:spcBef>
            <a:spcAft>
              <a:spcPct val="35000"/>
            </a:spcAft>
            <a:buNone/>
          </a:pPr>
          <a:r>
            <a:rPr lang="en-US" sz="2300" kern="1200">
              <a:solidFill>
                <a:schemeClr val="tx1"/>
              </a:solidFill>
            </a:rPr>
            <a:t>Goal: Detect the rectangular shape of the car plate.</a:t>
          </a:r>
        </a:p>
      </dsp:txBody>
      <dsp:txXfrm>
        <a:off x="1948202" y="1410409"/>
        <a:ext cx="3233964" cy="1371985"/>
      </dsp:txXfrm>
    </dsp:sp>
    <dsp:sp modelId="{60A4594A-EE94-488A-ACF7-31DB35F100B4}">
      <dsp:nvSpPr>
        <dsp:cNvPr id="0" name=""/>
        <dsp:cNvSpPr/>
      </dsp:nvSpPr>
      <dsp:spPr>
        <a:xfrm>
          <a:off x="5745661" y="1410409"/>
          <a:ext cx="1371985" cy="1371985"/>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E41A0AF-6FAA-4B0F-8971-DDA305E238BB}">
      <dsp:nvSpPr>
        <dsp:cNvPr id="0" name=""/>
        <dsp:cNvSpPr/>
      </dsp:nvSpPr>
      <dsp:spPr>
        <a:xfrm>
          <a:off x="6033778" y="1698526"/>
          <a:ext cx="795751" cy="79575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BA21286-43DA-40D2-8B94-B9D94EF3475F}">
      <dsp:nvSpPr>
        <dsp:cNvPr id="0" name=""/>
        <dsp:cNvSpPr/>
      </dsp:nvSpPr>
      <dsp:spPr>
        <a:xfrm>
          <a:off x="7411643" y="1410409"/>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22350">
            <a:lnSpc>
              <a:spcPct val="100000"/>
            </a:lnSpc>
            <a:spcBef>
              <a:spcPct val="0"/>
            </a:spcBef>
            <a:spcAft>
              <a:spcPct val="35000"/>
            </a:spcAft>
            <a:buNone/>
          </a:pPr>
          <a:r>
            <a:rPr lang="en-US" sz="2300" kern="1200">
              <a:solidFill>
                <a:schemeClr val="tx1"/>
              </a:solidFill>
            </a:rPr>
            <a:t>No focus on the plate as it is, more focus on areas, ratios and regions.</a:t>
          </a:r>
        </a:p>
      </dsp:txBody>
      <dsp:txXfrm>
        <a:off x="7411643" y="1410409"/>
        <a:ext cx="3233964" cy="137198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F70B80-B21F-4D0B-A7E4-30BA32F37C5B}">
      <dsp:nvSpPr>
        <dsp:cNvPr id="0" name=""/>
        <dsp:cNvSpPr/>
      </dsp:nvSpPr>
      <dsp:spPr>
        <a:xfrm>
          <a:off x="1285607" y="33"/>
          <a:ext cx="1446308" cy="1345231"/>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None/>
          </a:pPr>
          <a:r>
            <a:rPr lang="en-US" sz="1400" kern="1200"/>
            <a:t>Essential to obtain clearer features.</a:t>
          </a:r>
        </a:p>
      </dsp:txBody>
      <dsp:txXfrm>
        <a:off x="1351276" y="65702"/>
        <a:ext cx="1314970" cy="1213893"/>
      </dsp:txXfrm>
    </dsp:sp>
    <dsp:sp modelId="{C37B9BFC-7AAF-48A8-AE90-ACB0928EBF2A}">
      <dsp:nvSpPr>
        <dsp:cNvPr id="0" name=""/>
        <dsp:cNvSpPr/>
      </dsp:nvSpPr>
      <dsp:spPr>
        <a:xfrm>
          <a:off x="1285607" y="1412526"/>
          <a:ext cx="1446308" cy="1345231"/>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None/>
          </a:pPr>
          <a:r>
            <a:rPr lang="en-US" sz="1400" kern="1200"/>
            <a:t>Transforms image into 1s and 0s. (pixels are either white or black)</a:t>
          </a:r>
        </a:p>
      </dsp:txBody>
      <dsp:txXfrm>
        <a:off x="1351276" y="1478195"/>
        <a:ext cx="1314970" cy="121389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EBB5A9-939C-435F-B407-EB6C8CB8FBF1}">
      <dsp:nvSpPr>
        <dsp:cNvPr id="0" name=""/>
        <dsp:cNvSpPr/>
      </dsp:nvSpPr>
      <dsp:spPr>
        <a:xfrm>
          <a:off x="0" y="0"/>
          <a:ext cx="8742263" cy="922417"/>
        </a:xfrm>
        <a:prstGeom prst="roundRect">
          <a:avLst>
            <a:gd name="adj" fmla="val 10000"/>
          </a:avLst>
        </a:prstGeom>
        <a:solidFill>
          <a:schemeClr val="accent1">
            <a:shade val="8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Get properties of top candidates.</a:t>
          </a:r>
        </a:p>
      </dsp:txBody>
      <dsp:txXfrm>
        <a:off x="27017" y="27017"/>
        <a:ext cx="7668958" cy="868383"/>
      </dsp:txXfrm>
    </dsp:sp>
    <dsp:sp modelId="{3CE641A3-58D3-43A0-A42C-7EF43654575E}">
      <dsp:nvSpPr>
        <dsp:cNvPr id="0" name=""/>
        <dsp:cNvSpPr/>
      </dsp:nvSpPr>
      <dsp:spPr>
        <a:xfrm>
          <a:off x="732164" y="1090129"/>
          <a:ext cx="8742263" cy="922417"/>
        </a:xfrm>
        <a:prstGeom prst="roundRect">
          <a:avLst>
            <a:gd name="adj" fmla="val 10000"/>
          </a:avLst>
        </a:prstGeom>
        <a:solidFill>
          <a:schemeClr val="accent1">
            <a:shade val="80000"/>
            <a:hueOff val="181866"/>
            <a:satOff val="-18964"/>
            <a:lumOff val="1274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Check minimum area based on threshold.</a:t>
          </a:r>
        </a:p>
      </dsp:txBody>
      <dsp:txXfrm>
        <a:off x="759181" y="1117146"/>
        <a:ext cx="7356493" cy="868383"/>
      </dsp:txXfrm>
    </dsp:sp>
    <dsp:sp modelId="{2EAC9232-CF48-4CDF-A3D9-C5545AF5ADBA}">
      <dsp:nvSpPr>
        <dsp:cNvPr id="0" name=""/>
        <dsp:cNvSpPr/>
      </dsp:nvSpPr>
      <dsp:spPr>
        <a:xfrm>
          <a:off x="1453401" y="2180258"/>
          <a:ext cx="8742263" cy="922417"/>
        </a:xfrm>
        <a:prstGeom prst="roundRect">
          <a:avLst>
            <a:gd name="adj" fmla="val 10000"/>
          </a:avLst>
        </a:prstGeom>
        <a:solidFill>
          <a:schemeClr val="accent1">
            <a:shade val="80000"/>
            <a:hueOff val="363732"/>
            <a:satOff val="-37928"/>
            <a:lumOff val="254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Check for Square or Rectangular shape.</a:t>
          </a:r>
        </a:p>
      </dsp:txBody>
      <dsp:txXfrm>
        <a:off x="1480418" y="2207275"/>
        <a:ext cx="7367421" cy="868383"/>
      </dsp:txXfrm>
    </dsp:sp>
    <dsp:sp modelId="{ADA4AC72-7459-42DF-872F-6A805A6D6806}">
      <dsp:nvSpPr>
        <dsp:cNvPr id="0" name=""/>
        <dsp:cNvSpPr/>
      </dsp:nvSpPr>
      <dsp:spPr>
        <a:xfrm>
          <a:off x="2185565" y="3270387"/>
          <a:ext cx="8742263" cy="922417"/>
        </a:xfrm>
        <a:prstGeom prst="roundRect">
          <a:avLst>
            <a:gd name="adj" fmla="val 10000"/>
          </a:avLst>
        </a:prstGeom>
        <a:solidFill>
          <a:schemeClr val="accent1">
            <a:shade val="80000"/>
            <a:hueOff val="545598"/>
            <a:satOff val="-56892"/>
            <a:lumOff val="3822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Compare with real car plate ratio.</a:t>
          </a:r>
        </a:p>
      </dsp:txBody>
      <dsp:txXfrm>
        <a:off x="2212582" y="3297404"/>
        <a:ext cx="7356493" cy="868383"/>
      </dsp:txXfrm>
    </dsp:sp>
    <dsp:sp modelId="{FD6806E2-D0E3-4B74-B6AA-DDD9616BCA85}">
      <dsp:nvSpPr>
        <dsp:cNvPr id="0" name=""/>
        <dsp:cNvSpPr/>
      </dsp:nvSpPr>
      <dsp:spPr>
        <a:xfrm>
          <a:off x="8142692" y="706487"/>
          <a:ext cx="599571" cy="599571"/>
        </a:xfrm>
        <a:prstGeom prst="downArrow">
          <a:avLst>
            <a:gd name="adj1" fmla="val 55000"/>
            <a:gd name="adj2" fmla="val 45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endParaRPr lang="en-US" sz="2700" kern="1200"/>
        </a:p>
      </dsp:txBody>
      <dsp:txXfrm>
        <a:off x="8277595" y="706487"/>
        <a:ext cx="329765" cy="451177"/>
      </dsp:txXfrm>
    </dsp:sp>
    <dsp:sp modelId="{B2A034FC-F216-4EAB-95A3-7C20F33941A3}">
      <dsp:nvSpPr>
        <dsp:cNvPr id="0" name=""/>
        <dsp:cNvSpPr/>
      </dsp:nvSpPr>
      <dsp:spPr>
        <a:xfrm>
          <a:off x="8874856" y="1796616"/>
          <a:ext cx="599571" cy="599571"/>
        </a:xfrm>
        <a:prstGeom prst="downArrow">
          <a:avLst>
            <a:gd name="adj1" fmla="val 55000"/>
            <a:gd name="adj2" fmla="val 45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endParaRPr lang="en-US" sz="2700" kern="1200"/>
        </a:p>
      </dsp:txBody>
      <dsp:txXfrm>
        <a:off x="9009759" y="1796616"/>
        <a:ext cx="329765" cy="451177"/>
      </dsp:txXfrm>
    </dsp:sp>
    <dsp:sp modelId="{2533757E-F12C-4D3D-A3F6-F096DD90D598}">
      <dsp:nvSpPr>
        <dsp:cNvPr id="0" name=""/>
        <dsp:cNvSpPr/>
      </dsp:nvSpPr>
      <dsp:spPr>
        <a:xfrm>
          <a:off x="9596093" y="2886746"/>
          <a:ext cx="599571" cy="599571"/>
        </a:xfrm>
        <a:prstGeom prst="downArrow">
          <a:avLst>
            <a:gd name="adj1" fmla="val 55000"/>
            <a:gd name="adj2" fmla="val 45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endParaRPr lang="en-US" sz="2700" kern="1200"/>
        </a:p>
      </dsp:txBody>
      <dsp:txXfrm>
        <a:off x="9730996" y="2886746"/>
        <a:ext cx="329765" cy="45117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68AC84-DAC0-4414-8320-3A64451206B2}">
      <dsp:nvSpPr>
        <dsp:cNvPr id="0" name=""/>
        <dsp:cNvSpPr/>
      </dsp:nvSpPr>
      <dsp:spPr>
        <a:xfrm>
          <a:off x="736587" y="1228"/>
          <a:ext cx="1475630" cy="885378"/>
        </a:xfrm>
        <a:prstGeom prst="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0010" tIns="80010" rIns="80010" bIns="80010" numCol="1" spcCol="1270" anchor="ctr" anchorCtr="0">
          <a:noAutofit/>
        </a:bodyPr>
        <a:lstStyle/>
        <a:p>
          <a:pPr marL="0" lvl="0" indent="0" algn="l" defTabSz="933450" rtl="0">
            <a:lnSpc>
              <a:spcPct val="90000"/>
            </a:lnSpc>
            <a:spcBef>
              <a:spcPct val="0"/>
            </a:spcBef>
            <a:spcAft>
              <a:spcPct val="35000"/>
            </a:spcAft>
            <a:buNone/>
          </a:pPr>
          <a:r>
            <a:rPr lang="en-GB" sz="2100" kern="1200">
              <a:latin typeface="Aptos"/>
            </a:rPr>
            <a:t> </a:t>
          </a:r>
          <a:r>
            <a:rPr lang="en-GB" sz="2100" kern="1200">
              <a:latin typeface="Aptos Display" panose="02110004020202020204"/>
            </a:rPr>
            <a:t>Aspect ratio</a:t>
          </a:r>
          <a:endParaRPr lang="en-US" sz="2100" kern="1200">
            <a:latin typeface="Aptos Display" panose="02110004020202020204"/>
          </a:endParaRPr>
        </a:p>
      </dsp:txBody>
      <dsp:txXfrm>
        <a:off x="736587" y="1228"/>
        <a:ext cx="1475630" cy="885378"/>
      </dsp:txXfrm>
    </dsp:sp>
    <dsp:sp modelId="{BBC96C5A-6291-4AA4-A208-07CC14A317BC}">
      <dsp:nvSpPr>
        <dsp:cNvPr id="0" name=""/>
        <dsp:cNvSpPr/>
      </dsp:nvSpPr>
      <dsp:spPr>
        <a:xfrm>
          <a:off x="2359781" y="1228"/>
          <a:ext cx="1475630" cy="885378"/>
        </a:xfrm>
        <a:prstGeom prst="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GB" sz="2100" kern="1200">
              <a:latin typeface="Aptos Display" panose="02110004020202020204"/>
            </a:rPr>
            <a:t>Eccentricity</a:t>
          </a:r>
        </a:p>
      </dsp:txBody>
      <dsp:txXfrm>
        <a:off x="2359781" y="1228"/>
        <a:ext cx="1475630" cy="885378"/>
      </dsp:txXfrm>
    </dsp:sp>
    <dsp:sp modelId="{B33AA5DA-B3CC-44A7-B349-BC3E2BBF634E}">
      <dsp:nvSpPr>
        <dsp:cNvPr id="0" name=""/>
        <dsp:cNvSpPr/>
      </dsp:nvSpPr>
      <dsp:spPr>
        <a:xfrm>
          <a:off x="736587" y="1034170"/>
          <a:ext cx="1475630" cy="885378"/>
        </a:xfrm>
        <a:prstGeom prst="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GB" sz="2100" kern="1200">
              <a:latin typeface="Aptos Display" panose="02110004020202020204"/>
            </a:rPr>
            <a:t>Euler number</a:t>
          </a:r>
        </a:p>
      </dsp:txBody>
      <dsp:txXfrm>
        <a:off x="736587" y="1034170"/>
        <a:ext cx="1475630" cy="885378"/>
      </dsp:txXfrm>
    </dsp:sp>
    <dsp:sp modelId="{83749B84-C452-4897-B3A2-BDD28175376D}">
      <dsp:nvSpPr>
        <dsp:cNvPr id="0" name=""/>
        <dsp:cNvSpPr/>
      </dsp:nvSpPr>
      <dsp:spPr>
        <a:xfrm>
          <a:off x="2359781" y="1034170"/>
          <a:ext cx="1475630" cy="885378"/>
        </a:xfrm>
        <a:prstGeom prst="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GB" sz="2100" kern="1200">
              <a:latin typeface="Aptos Display" panose="02110004020202020204"/>
            </a:rPr>
            <a:t>Extent</a:t>
          </a:r>
        </a:p>
      </dsp:txBody>
      <dsp:txXfrm>
        <a:off x="2359781" y="1034170"/>
        <a:ext cx="1475630" cy="885378"/>
      </dsp:txXfrm>
    </dsp:sp>
    <dsp:sp modelId="{0FB9CBF3-CA05-416F-88AE-2D80E7F36268}">
      <dsp:nvSpPr>
        <dsp:cNvPr id="0" name=""/>
        <dsp:cNvSpPr/>
      </dsp:nvSpPr>
      <dsp:spPr>
        <a:xfrm>
          <a:off x="1548184" y="2067111"/>
          <a:ext cx="1475630" cy="885378"/>
        </a:xfrm>
        <a:prstGeom prst="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GB" sz="2100" kern="1200">
              <a:latin typeface="Aptos Display" panose="02110004020202020204"/>
            </a:rPr>
            <a:t>Solidity</a:t>
          </a:r>
          <a:endParaRPr lang="en-GB" sz="2100" kern="1200"/>
        </a:p>
      </dsp:txBody>
      <dsp:txXfrm>
        <a:off x="1548184" y="2067111"/>
        <a:ext cx="1475630" cy="88537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AC05E7-AAF6-4979-A61D-A8E5341FF57C}">
      <dsp:nvSpPr>
        <dsp:cNvPr id="0" name=""/>
        <dsp:cNvSpPr/>
      </dsp:nvSpPr>
      <dsp:spPr>
        <a:xfrm>
          <a:off x="0" y="365146"/>
          <a:ext cx="10515600" cy="178425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Another common metric used to discriminate between text and non-text is stroke width. </a:t>
          </a:r>
          <a:r>
            <a:rPr lang="en-US" sz="2500" i="1" kern="1200"/>
            <a:t>Stroke width</a:t>
          </a:r>
          <a:r>
            <a:rPr lang="en-US" sz="2500" kern="1200"/>
            <a:t> is a measure of the width of the curves and lines that make up a character. Text regions tend to have little stroke width variation, whereas non-text regions tend to have larger variations.</a:t>
          </a:r>
        </a:p>
      </dsp:txBody>
      <dsp:txXfrm>
        <a:off x="87100" y="452246"/>
        <a:ext cx="10341400" cy="1610050"/>
      </dsp:txXfrm>
    </dsp:sp>
    <dsp:sp modelId="{081D774B-B6B6-4B84-BB2E-F3FCF0895B32}">
      <dsp:nvSpPr>
        <dsp:cNvPr id="0" name=""/>
        <dsp:cNvSpPr/>
      </dsp:nvSpPr>
      <dsp:spPr>
        <a:xfrm>
          <a:off x="0" y="2211669"/>
          <a:ext cx="10515600" cy="1784250"/>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To help understand how the stroke width can be used to remove non-text regions, estimate the stroke width of one of the detected MSER regions. You can do this by using a distance transform and binary thinning operation</a:t>
          </a:r>
        </a:p>
      </dsp:txBody>
      <dsp:txXfrm>
        <a:off x="87100" y="2298769"/>
        <a:ext cx="10341400" cy="1610050"/>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BE3E75-07C0-4454-BE66-A812166469E1}" type="datetimeFigureOut">
              <a:rPr lang="en-US" smtClean="0"/>
              <a:t>4/21/2026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545872-D8A1-441A-B497-3968E48556F6}" type="slidenum">
              <a:rPr lang="en-US" smtClean="0"/>
              <a:t>‹#›</a:t>
            </a:fld>
            <a:endParaRPr lang="en-US"/>
          </a:p>
        </p:txBody>
      </p:sp>
    </p:spTree>
    <p:extLst>
      <p:ext uri="{BB962C8B-B14F-4D97-AF65-F5344CB8AC3E}">
        <p14:creationId xmlns:p14="http://schemas.microsoft.com/office/powerpoint/2010/main" val="15210137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4545872-D8A1-441A-B497-3968E48556F6}" type="slidenum">
              <a:rPr lang="en-US" smtClean="0"/>
              <a:t>4</a:t>
            </a:fld>
            <a:endParaRPr lang="en-US"/>
          </a:p>
        </p:txBody>
      </p:sp>
    </p:spTree>
    <p:extLst>
      <p:ext uri="{BB962C8B-B14F-4D97-AF65-F5344CB8AC3E}">
        <p14:creationId xmlns:p14="http://schemas.microsoft.com/office/powerpoint/2010/main" val="8279338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F1E1A-95CE-3D8C-FB1D-4864DDCFE1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0BFD8B-7922-2C01-8865-F56E4DEAA8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3F1BD9-1A1A-5F56-F8AC-C589BDA80E2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7C7C78D-7EC6-FB78-4295-7C2074C7F757}"/>
              </a:ext>
            </a:extLst>
          </p:cNvPr>
          <p:cNvSpPr>
            <a:spLocks noGrp="1"/>
          </p:cNvSpPr>
          <p:nvPr>
            <p:ph type="sldNum" sz="quarter" idx="5"/>
          </p:nvPr>
        </p:nvSpPr>
        <p:spPr/>
        <p:txBody>
          <a:bodyPr/>
          <a:lstStyle/>
          <a:p>
            <a:fld id="{24545872-D8A1-441A-B497-3968E48556F6}" type="slidenum">
              <a:rPr lang="en-US" smtClean="0"/>
              <a:t>5</a:t>
            </a:fld>
            <a:endParaRPr lang="en-US"/>
          </a:p>
        </p:txBody>
      </p:sp>
    </p:spTree>
    <p:extLst>
      <p:ext uri="{BB962C8B-B14F-4D97-AF65-F5344CB8AC3E}">
        <p14:creationId xmlns:p14="http://schemas.microsoft.com/office/powerpoint/2010/main" val="20776891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DC4249-5822-5ECF-8870-8FB283402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6255FF-09C4-60D8-EFD5-5616B49241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38C81C-1F2B-9187-ED10-7297C1DB0D4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90BEE67-3363-7F48-D2F4-9B66AF16222F}"/>
              </a:ext>
            </a:extLst>
          </p:cNvPr>
          <p:cNvSpPr>
            <a:spLocks noGrp="1"/>
          </p:cNvSpPr>
          <p:nvPr>
            <p:ph type="sldNum" sz="quarter" idx="5"/>
          </p:nvPr>
        </p:nvSpPr>
        <p:spPr/>
        <p:txBody>
          <a:bodyPr/>
          <a:lstStyle/>
          <a:p>
            <a:fld id="{24545872-D8A1-441A-B497-3968E48556F6}" type="slidenum">
              <a:rPr lang="en-US" smtClean="0"/>
              <a:t>6</a:t>
            </a:fld>
            <a:endParaRPr lang="en-US"/>
          </a:p>
        </p:txBody>
      </p:sp>
    </p:spTree>
    <p:extLst>
      <p:ext uri="{BB962C8B-B14F-4D97-AF65-F5344CB8AC3E}">
        <p14:creationId xmlns:p14="http://schemas.microsoft.com/office/powerpoint/2010/main" val="11406409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FF694-2D04-CD5C-957F-6448945189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68E50E-412A-C2E9-CB1B-20FCABC92D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3B3288-3257-03B0-3639-E3A2331A956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0EF0E88-9835-0C83-9D00-A04FD21A50FC}"/>
              </a:ext>
            </a:extLst>
          </p:cNvPr>
          <p:cNvSpPr>
            <a:spLocks noGrp="1"/>
          </p:cNvSpPr>
          <p:nvPr>
            <p:ph type="sldNum" sz="quarter" idx="5"/>
          </p:nvPr>
        </p:nvSpPr>
        <p:spPr/>
        <p:txBody>
          <a:bodyPr/>
          <a:lstStyle/>
          <a:p>
            <a:fld id="{24545872-D8A1-441A-B497-3968E48556F6}" type="slidenum">
              <a:rPr lang="en-US" smtClean="0"/>
              <a:t>7</a:t>
            </a:fld>
            <a:endParaRPr lang="en-US"/>
          </a:p>
        </p:txBody>
      </p:sp>
    </p:spTree>
    <p:extLst>
      <p:ext uri="{BB962C8B-B14F-4D97-AF65-F5344CB8AC3E}">
        <p14:creationId xmlns:p14="http://schemas.microsoft.com/office/powerpoint/2010/main" val="22836020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14750-6119-FA70-4549-0BDB334B58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AFD364-D236-EE23-856D-9A6E77B610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70AC60-1162-F2B3-AE82-2C8549B0656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822F57C-45B7-37E7-C3B7-02D7BD5494F1}"/>
              </a:ext>
            </a:extLst>
          </p:cNvPr>
          <p:cNvSpPr>
            <a:spLocks noGrp="1"/>
          </p:cNvSpPr>
          <p:nvPr>
            <p:ph type="sldNum" sz="quarter" idx="5"/>
          </p:nvPr>
        </p:nvSpPr>
        <p:spPr/>
        <p:txBody>
          <a:bodyPr/>
          <a:lstStyle/>
          <a:p>
            <a:fld id="{24545872-D8A1-441A-B497-3968E48556F6}" type="slidenum">
              <a:rPr lang="en-US" smtClean="0"/>
              <a:t>8</a:t>
            </a:fld>
            <a:endParaRPr lang="en-US"/>
          </a:p>
        </p:txBody>
      </p:sp>
    </p:spTree>
    <p:extLst>
      <p:ext uri="{BB962C8B-B14F-4D97-AF65-F5344CB8AC3E}">
        <p14:creationId xmlns:p14="http://schemas.microsoft.com/office/powerpoint/2010/main" val="34336717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19A12-0712-6B45-621F-8C82D14E07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95FDC5-42BA-BBC0-C71A-D28C1AB884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8D84CA-563E-210C-4F2F-89695BA6D97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ABACFF5-7341-4EA1-47D2-DDC3DC7E6301}"/>
              </a:ext>
            </a:extLst>
          </p:cNvPr>
          <p:cNvSpPr>
            <a:spLocks noGrp="1"/>
          </p:cNvSpPr>
          <p:nvPr>
            <p:ph type="sldNum" sz="quarter" idx="5"/>
          </p:nvPr>
        </p:nvSpPr>
        <p:spPr/>
        <p:txBody>
          <a:bodyPr/>
          <a:lstStyle/>
          <a:p>
            <a:fld id="{24545872-D8A1-441A-B497-3968E48556F6}" type="slidenum">
              <a:rPr lang="en-US" smtClean="0"/>
              <a:t>9</a:t>
            </a:fld>
            <a:endParaRPr lang="en-US"/>
          </a:p>
        </p:txBody>
      </p:sp>
    </p:spTree>
    <p:extLst>
      <p:ext uri="{BB962C8B-B14F-4D97-AF65-F5344CB8AC3E}">
        <p14:creationId xmlns:p14="http://schemas.microsoft.com/office/powerpoint/2010/main" val="7349807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AD31D-FFC4-E32F-F600-DE66128A7A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5EAB77-A88B-6E27-8EBB-0B9D96C42C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A01561-BEC8-7F00-7A12-06D389F095E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FCB6286-7BD4-544F-602C-8CF2CA8F5252}"/>
              </a:ext>
            </a:extLst>
          </p:cNvPr>
          <p:cNvSpPr>
            <a:spLocks noGrp="1"/>
          </p:cNvSpPr>
          <p:nvPr>
            <p:ph type="sldNum" sz="quarter" idx="5"/>
          </p:nvPr>
        </p:nvSpPr>
        <p:spPr/>
        <p:txBody>
          <a:bodyPr/>
          <a:lstStyle/>
          <a:p>
            <a:fld id="{24545872-D8A1-441A-B497-3968E48556F6}" type="slidenum">
              <a:rPr lang="en-US" smtClean="0"/>
              <a:t>10</a:t>
            </a:fld>
            <a:endParaRPr lang="en-US"/>
          </a:p>
        </p:txBody>
      </p:sp>
    </p:spTree>
    <p:extLst>
      <p:ext uri="{BB962C8B-B14F-4D97-AF65-F5344CB8AC3E}">
        <p14:creationId xmlns:p14="http://schemas.microsoft.com/office/powerpoint/2010/main" val="29348981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55FC5F-58AF-6A26-1F0C-B55F7CC5DA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11E846-E967-A46D-43E8-72AFD2A912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AD76E4-58DD-9C0E-BA65-4498645C979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FE44959-9EC2-E86D-92E2-FCD90023AE49}"/>
              </a:ext>
            </a:extLst>
          </p:cNvPr>
          <p:cNvSpPr>
            <a:spLocks noGrp="1"/>
          </p:cNvSpPr>
          <p:nvPr>
            <p:ph type="sldNum" sz="quarter" idx="5"/>
          </p:nvPr>
        </p:nvSpPr>
        <p:spPr/>
        <p:txBody>
          <a:bodyPr/>
          <a:lstStyle/>
          <a:p>
            <a:fld id="{24545872-D8A1-441A-B497-3968E48556F6}" type="slidenum">
              <a:rPr lang="en-US" smtClean="0"/>
              <a:t>11</a:t>
            </a:fld>
            <a:endParaRPr lang="en-US"/>
          </a:p>
        </p:txBody>
      </p:sp>
    </p:spTree>
    <p:extLst>
      <p:ext uri="{BB962C8B-B14F-4D97-AF65-F5344CB8AC3E}">
        <p14:creationId xmlns:p14="http://schemas.microsoft.com/office/powerpoint/2010/main" val="26561857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0AD71-1F9C-03D7-9C03-D795A122EF5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AC1F306-98D1-871A-A058-2116B94FE85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4483B7F-4B21-385E-CCD1-2ECF48F72F5A}"/>
              </a:ext>
            </a:extLst>
          </p:cNvPr>
          <p:cNvSpPr>
            <a:spLocks noGrp="1"/>
          </p:cNvSpPr>
          <p:nvPr>
            <p:ph type="dt" sz="half" idx="10"/>
          </p:nvPr>
        </p:nvSpPr>
        <p:spPr/>
        <p:txBody>
          <a:bodyPr/>
          <a:lstStyle/>
          <a:p>
            <a:fld id="{B211C5D5-E658-4BCA-9F5E-03E8BD3990FB}" type="datetimeFigureOut">
              <a:rPr lang="en-US" smtClean="0"/>
              <a:t>4/21/2026</a:t>
            </a:fld>
            <a:endParaRPr lang="en-US"/>
          </a:p>
        </p:txBody>
      </p:sp>
      <p:sp>
        <p:nvSpPr>
          <p:cNvPr id="5" name="Footer Placeholder 4">
            <a:extLst>
              <a:ext uri="{FF2B5EF4-FFF2-40B4-BE49-F238E27FC236}">
                <a16:creationId xmlns:a16="http://schemas.microsoft.com/office/drawing/2014/main" id="{868E7AEF-FC99-604B-4E68-C5D4F71AC0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E1622E-2D27-1D56-6734-218E68070517}"/>
              </a:ext>
            </a:extLst>
          </p:cNvPr>
          <p:cNvSpPr>
            <a:spLocks noGrp="1"/>
          </p:cNvSpPr>
          <p:nvPr>
            <p:ph type="sldNum" sz="quarter" idx="12"/>
          </p:nvPr>
        </p:nvSpPr>
        <p:spPr/>
        <p:txBody>
          <a:bodyPr/>
          <a:lstStyle/>
          <a:p>
            <a:fld id="{ACD8F78F-B745-4D58-8163-53750E67DC95}" type="slidenum">
              <a:rPr lang="en-US" smtClean="0"/>
              <a:t>‹#›</a:t>
            </a:fld>
            <a:endParaRPr lang="en-US"/>
          </a:p>
        </p:txBody>
      </p:sp>
    </p:spTree>
    <p:extLst>
      <p:ext uri="{BB962C8B-B14F-4D97-AF65-F5344CB8AC3E}">
        <p14:creationId xmlns:p14="http://schemas.microsoft.com/office/powerpoint/2010/main" val="24955422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699E3-0F4B-B2C1-D010-D720FD3B00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3808DEF-EEF5-97B7-A2B9-45EE03E3E8B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B423C3-08FD-35A8-8E90-01983E416810}"/>
              </a:ext>
            </a:extLst>
          </p:cNvPr>
          <p:cNvSpPr>
            <a:spLocks noGrp="1"/>
          </p:cNvSpPr>
          <p:nvPr>
            <p:ph type="dt" sz="half" idx="10"/>
          </p:nvPr>
        </p:nvSpPr>
        <p:spPr/>
        <p:txBody>
          <a:bodyPr/>
          <a:lstStyle/>
          <a:p>
            <a:fld id="{B211C5D5-E658-4BCA-9F5E-03E8BD3990FB}" type="datetimeFigureOut">
              <a:rPr lang="en-US" smtClean="0"/>
              <a:t>4/21/2026</a:t>
            </a:fld>
            <a:endParaRPr lang="en-US"/>
          </a:p>
        </p:txBody>
      </p:sp>
      <p:sp>
        <p:nvSpPr>
          <p:cNvPr id="5" name="Footer Placeholder 4">
            <a:extLst>
              <a:ext uri="{FF2B5EF4-FFF2-40B4-BE49-F238E27FC236}">
                <a16:creationId xmlns:a16="http://schemas.microsoft.com/office/drawing/2014/main" id="{0A5C53BC-B4EC-A747-83E5-6262DA13E4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3A9029-FDCC-E829-5E47-3B8B59061DD9}"/>
              </a:ext>
            </a:extLst>
          </p:cNvPr>
          <p:cNvSpPr>
            <a:spLocks noGrp="1"/>
          </p:cNvSpPr>
          <p:nvPr>
            <p:ph type="sldNum" sz="quarter" idx="12"/>
          </p:nvPr>
        </p:nvSpPr>
        <p:spPr/>
        <p:txBody>
          <a:bodyPr/>
          <a:lstStyle/>
          <a:p>
            <a:fld id="{ACD8F78F-B745-4D58-8163-53750E67DC95}" type="slidenum">
              <a:rPr lang="en-US" smtClean="0"/>
              <a:t>‹#›</a:t>
            </a:fld>
            <a:endParaRPr lang="en-US"/>
          </a:p>
        </p:txBody>
      </p:sp>
    </p:spTree>
    <p:extLst>
      <p:ext uri="{BB962C8B-B14F-4D97-AF65-F5344CB8AC3E}">
        <p14:creationId xmlns:p14="http://schemas.microsoft.com/office/powerpoint/2010/main" val="753170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A4D80-FFD9-41F0-E4B6-47A559157F2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1D01FCF-E4EF-31D8-C349-B1B7413818B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37E0DE2-4E6A-536F-BF06-37C318AD6F42}"/>
              </a:ext>
            </a:extLst>
          </p:cNvPr>
          <p:cNvSpPr>
            <a:spLocks noGrp="1"/>
          </p:cNvSpPr>
          <p:nvPr>
            <p:ph type="dt" sz="half" idx="10"/>
          </p:nvPr>
        </p:nvSpPr>
        <p:spPr/>
        <p:txBody>
          <a:bodyPr/>
          <a:lstStyle/>
          <a:p>
            <a:fld id="{B211C5D5-E658-4BCA-9F5E-03E8BD3990FB}" type="datetimeFigureOut">
              <a:rPr lang="en-US" smtClean="0"/>
              <a:t>4/21/2026</a:t>
            </a:fld>
            <a:endParaRPr lang="en-US"/>
          </a:p>
        </p:txBody>
      </p:sp>
      <p:sp>
        <p:nvSpPr>
          <p:cNvPr id="5" name="Footer Placeholder 4">
            <a:extLst>
              <a:ext uri="{FF2B5EF4-FFF2-40B4-BE49-F238E27FC236}">
                <a16:creationId xmlns:a16="http://schemas.microsoft.com/office/drawing/2014/main" id="{899F9252-416F-91E1-9AEF-A1BFEAA793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583EFA-CE45-2DFC-0F09-AFC98E5F9CE3}"/>
              </a:ext>
            </a:extLst>
          </p:cNvPr>
          <p:cNvSpPr>
            <a:spLocks noGrp="1"/>
          </p:cNvSpPr>
          <p:nvPr>
            <p:ph type="sldNum" sz="quarter" idx="12"/>
          </p:nvPr>
        </p:nvSpPr>
        <p:spPr/>
        <p:txBody>
          <a:bodyPr/>
          <a:lstStyle/>
          <a:p>
            <a:fld id="{ACD8F78F-B745-4D58-8163-53750E67DC95}" type="slidenum">
              <a:rPr lang="en-US" smtClean="0"/>
              <a:t>‹#›</a:t>
            </a:fld>
            <a:endParaRPr lang="en-US"/>
          </a:p>
        </p:txBody>
      </p:sp>
    </p:spTree>
    <p:extLst>
      <p:ext uri="{BB962C8B-B14F-4D97-AF65-F5344CB8AC3E}">
        <p14:creationId xmlns:p14="http://schemas.microsoft.com/office/powerpoint/2010/main" val="41341995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24B2A9-CB9B-BB00-2FDC-81941DB947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7953CC4-BC91-5BE3-865F-C08212A7E2F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89CE1ED-D467-36F2-9587-7C0D228289A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C5EFAD9-00EE-02A7-83BC-8ED1B7BF9DA3}"/>
              </a:ext>
            </a:extLst>
          </p:cNvPr>
          <p:cNvSpPr>
            <a:spLocks noGrp="1"/>
          </p:cNvSpPr>
          <p:nvPr>
            <p:ph type="dt" sz="half" idx="10"/>
          </p:nvPr>
        </p:nvSpPr>
        <p:spPr/>
        <p:txBody>
          <a:bodyPr/>
          <a:lstStyle/>
          <a:p>
            <a:fld id="{B211C5D5-E658-4BCA-9F5E-03E8BD3990FB}" type="datetimeFigureOut">
              <a:rPr lang="en-US" smtClean="0"/>
              <a:t>4/21/2026</a:t>
            </a:fld>
            <a:endParaRPr lang="en-US"/>
          </a:p>
        </p:txBody>
      </p:sp>
      <p:sp>
        <p:nvSpPr>
          <p:cNvPr id="6" name="Footer Placeholder 5">
            <a:extLst>
              <a:ext uri="{FF2B5EF4-FFF2-40B4-BE49-F238E27FC236}">
                <a16:creationId xmlns:a16="http://schemas.microsoft.com/office/drawing/2014/main" id="{499639FC-AEA1-EA15-BE5B-603AA6CEE2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1B8CEB5-4E02-6FFA-66BF-BDDBAFB46CCF}"/>
              </a:ext>
            </a:extLst>
          </p:cNvPr>
          <p:cNvSpPr>
            <a:spLocks noGrp="1"/>
          </p:cNvSpPr>
          <p:nvPr>
            <p:ph type="sldNum" sz="quarter" idx="12"/>
          </p:nvPr>
        </p:nvSpPr>
        <p:spPr/>
        <p:txBody>
          <a:bodyPr/>
          <a:lstStyle/>
          <a:p>
            <a:fld id="{ACD8F78F-B745-4D58-8163-53750E67DC95}" type="slidenum">
              <a:rPr lang="en-US" smtClean="0"/>
              <a:t>‹#›</a:t>
            </a:fld>
            <a:endParaRPr lang="en-US"/>
          </a:p>
        </p:txBody>
      </p:sp>
    </p:spTree>
    <p:extLst>
      <p:ext uri="{BB962C8B-B14F-4D97-AF65-F5344CB8AC3E}">
        <p14:creationId xmlns:p14="http://schemas.microsoft.com/office/powerpoint/2010/main" val="41177015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46280-33F0-1E60-762E-02060EB8A84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3B70707-C49E-9A13-9218-6474AFF0A4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D969A5-FA24-5FA3-04C6-F7B891EF87E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BCC6B28-2B20-302C-0155-952690D7600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4D5BBB0-2821-D46C-54E1-7FF37CD6A80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0CA3674-46F1-E10A-1E25-3051DAC83525}"/>
              </a:ext>
            </a:extLst>
          </p:cNvPr>
          <p:cNvSpPr>
            <a:spLocks noGrp="1"/>
          </p:cNvSpPr>
          <p:nvPr>
            <p:ph type="dt" sz="half" idx="10"/>
          </p:nvPr>
        </p:nvSpPr>
        <p:spPr/>
        <p:txBody>
          <a:bodyPr/>
          <a:lstStyle/>
          <a:p>
            <a:fld id="{B211C5D5-E658-4BCA-9F5E-03E8BD3990FB}" type="datetimeFigureOut">
              <a:rPr lang="en-US" smtClean="0"/>
              <a:t>4/21/2026</a:t>
            </a:fld>
            <a:endParaRPr lang="en-US"/>
          </a:p>
        </p:txBody>
      </p:sp>
      <p:sp>
        <p:nvSpPr>
          <p:cNvPr id="8" name="Footer Placeholder 7">
            <a:extLst>
              <a:ext uri="{FF2B5EF4-FFF2-40B4-BE49-F238E27FC236}">
                <a16:creationId xmlns:a16="http://schemas.microsoft.com/office/drawing/2014/main" id="{438118BA-BCA1-E915-5FC7-097F5515610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BD3B16E-06C3-0A61-5C37-CE2427D85F27}"/>
              </a:ext>
            </a:extLst>
          </p:cNvPr>
          <p:cNvSpPr>
            <a:spLocks noGrp="1"/>
          </p:cNvSpPr>
          <p:nvPr>
            <p:ph type="sldNum" sz="quarter" idx="12"/>
          </p:nvPr>
        </p:nvSpPr>
        <p:spPr/>
        <p:txBody>
          <a:bodyPr/>
          <a:lstStyle/>
          <a:p>
            <a:fld id="{ACD8F78F-B745-4D58-8163-53750E67DC95}" type="slidenum">
              <a:rPr lang="en-US" smtClean="0"/>
              <a:t>‹#›</a:t>
            </a:fld>
            <a:endParaRPr lang="en-US"/>
          </a:p>
        </p:txBody>
      </p:sp>
    </p:spTree>
    <p:extLst>
      <p:ext uri="{BB962C8B-B14F-4D97-AF65-F5344CB8AC3E}">
        <p14:creationId xmlns:p14="http://schemas.microsoft.com/office/powerpoint/2010/main" val="25189677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DE222-4781-B6CB-BBB5-E141D98186D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9FFBD79-5D83-447E-B0FC-3AE8AFB58851}"/>
              </a:ext>
            </a:extLst>
          </p:cNvPr>
          <p:cNvSpPr>
            <a:spLocks noGrp="1"/>
          </p:cNvSpPr>
          <p:nvPr>
            <p:ph type="dt" sz="half" idx="10"/>
          </p:nvPr>
        </p:nvSpPr>
        <p:spPr/>
        <p:txBody>
          <a:bodyPr/>
          <a:lstStyle/>
          <a:p>
            <a:fld id="{B211C5D5-E658-4BCA-9F5E-03E8BD3990FB}" type="datetimeFigureOut">
              <a:rPr lang="en-US" smtClean="0"/>
              <a:t>4/21/2026</a:t>
            </a:fld>
            <a:endParaRPr lang="en-US"/>
          </a:p>
        </p:txBody>
      </p:sp>
      <p:sp>
        <p:nvSpPr>
          <p:cNvPr id="4" name="Footer Placeholder 3">
            <a:extLst>
              <a:ext uri="{FF2B5EF4-FFF2-40B4-BE49-F238E27FC236}">
                <a16:creationId xmlns:a16="http://schemas.microsoft.com/office/drawing/2014/main" id="{2169FF77-BD71-366D-D354-BC2E7DD9DC1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D56C57F-8CB6-D797-5B15-9F4FC8533337}"/>
              </a:ext>
            </a:extLst>
          </p:cNvPr>
          <p:cNvSpPr>
            <a:spLocks noGrp="1"/>
          </p:cNvSpPr>
          <p:nvPr>
            <p:ph type="sldNum" sz="quarter" idx="12"/>
          </p:nvPr>
        </p:nvSpPr>
        <p:spPr/>
        <p:txBody>
          <a:bodyPr/>
          <a:lstStyle/>
          <a:p>
            <a:fld id="{ACD8F78F-B745-4D58-8163-53750E67DC95}" type="slidenum">
              <a:rPr lang="en-US" smtClean="0"/>
              <a:t>‹#›</a:t>
            </a:fld>
            <a:endParaRPr lang="en-US"/>
          </a:p>
        </p:txBody>
      </p:sp>
    </p:spTree>
    <p:extLst>
      <p:ext uri="{BB962C8B-B14F-4D97-AF65-F5344CB8AC3E}">
        <p14:creationId xmlns:p14="http://schemas.microsoft.com/office/powerpoint/2010/main" val="12358917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63D9B75-5829-3E7E-4641-F836D74238A0}"/>
              </a:ext>
            </a:extLst>
          </p:cNvPr>
          <p:cNvSpPr>
            <a:spLocks noGrp="1"/>
          </p:cNvSpPr>
          <p:nvPr>
            <p:ph type="dt" sz="half" idx="10"/>
          </p:nvPr>
        </p:nvSpPr>
        <p:spPr/>
        <p:txBody>
          <a:bodyPr/>
          <a:lstStyle/>
          <a:p>
            <a:fld id="{B211C5D5-E658-4BCA-9F5E-03E8BD3990FB}" type="datetimeFigureOut">
              <a:rPr lang="en-US" smtClean="0"/>
              <a:t>4/21/2026</a:t>
            </a:fld>
            <a:endParaRPr lang="en-US"/>
          </a:p>
        </p:txBody>
      </p:sp>
      <p:sp>
        <p:nvSpPr>
          <p:cNvPr id="3" name="Footer Placeholder 2">
            <a:extLst>
              <a:ext uri="{FF2B5EF4-FFF2-40B4-BE49-F238E27FC236}">
                <a16:creationId xmlns:a16="http://schemas.microsoft.com/office/drawing/2014/main" id="{957AB62E-4E12-EE66-2195-8C7CFE266F0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501ACDD-C636-BA75-0EB0-BBA01083222F}"/>
              </a:ext>
            </a:extLst>
          </p:cNvPr>
          <p:cNvSpPr>
            <a:spLocks noGrp="1"/>
          </p:cNvSpPr>
          <p:nvPr>
            <p:ph type="sldNum" sz="quarter" idx="12"/>
          </p:nvPr>
        </p:nvSpPr>
        <p:spPr/>
        <p:txBody>
          <a:bodyPr/>
          <a:lstStyle/>
          <a:p>
            <a:fld id="{ACD8F78F-B745-4D58-8163-53750E67DC95}" type="slidenum">
              <a:rPr lang="en-US" smtClean="0"/>
              <a:t>‹#›</a:t>
            </a:fld>
            <a:endParaRPr lang="en-US"/>
          </a:p>
        </p:txBody>
      </p:sp>
    </p:spTree>
    <p:extLst>
      <p:ext uri="{BB962C8B-B14F-4D97-AF65-F5344CB8AC3E}">
        <p14:creationId xmlns:p14="http://schemas.microsoft.com/office/powerpoint/2010/main" val="14252696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DC9AE-B893-50E1-D714-B01A310FA6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B35F8B2-27AD-F6B6-931A-6A811B10372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FBFC831-2B03-16C8-E6B9-F44ACC6853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A05C0AC-C1DD-AF01-EAFA-A1C263BAFD25}"/>
              </a:ext>
            </a:extLst>
          </p:cNvPr>
          <p:cNvSpPr>
            <a:spLocks noGrp="1"/>
          </p:cNvSpPr>
          <p:nvPr>
            <p:ph type="dt" sz="half" idx="10"/>
          </p:nvPr>
        </p:nvSpPr>
        <p:spPr/>
        <p:txBody>
          <a:bodyPr/>
          <a:lstStyle/>
          <a:p>
            <a:fld id="{B211C5D5-E658-4BCA-9F5E-03E8BD3990FB}" type="datetimeFigureOut">
              <a:rPr lang="en-US" smtClean="0"/>
              <a:t>4/21/2026</a:t>
            </a:fld>
            <a:endParaRPr lang="en-US"/>
          </a:p>
        </p:txBody>
      </p:sp>
      <p:sp>
        <p:nvSpPr>
          <p:cNvPr id="6" name="Footer Placeholder 5">
            <a:extLst>
              <a:ext uri="{FF2B5EF4-FFF2-40B4-BE49-F238E27FC236}">
                <a16:creationId xmlns:a16="http://schemas.microsoft.com/office/drawing/2014/main" id="{98CB1C47-D048-6438-4232-1BCA5E020A5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7B3292-8666-F4B7-FFA3-B00651AFEBD6}"/>
              </a:ext>
            </a:extLst>
          </p:cNvPr>
          <p:cNvSpPr>
            <a:spLocks noGrp="1"/>
          </p:cNvSpPr>
          <p:nvPr>
            <p:ph type="sldNum" sz="quarter" idx="12"/>
          </p:nvPr>
        </p:nvSpPr>
        <p:spPr/>
        <p:txBody>
          <a:bodyPr/>
          <a:lstStyle/>
          <a:p>
            <a:fld id="{ACD8F78F-B745-4D58-8163-53750E67DC95}" type="slidenum">
              <a:rPr lang="en-US" smtClean="0"/>
              <a:t>‹#›</a:t>
            </a:fld>
            <a:endParaRPr lang="en-US"/>
          </a:p>
        </p:txBody>
      </p:sp>
    </p:spTree>
    <p:extLst>
      <p:ext uri="{BB962C8B-B14F-4D97-AF65-F5344CB8AC3E}">
        <p14:creationId xmlns:p14="http://schemas.microsoft.com/office/powerpoint/2010/main" val="1112302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F92AD-910B-BA4C-5A5D-62A5C587F2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3DB389F-6E33-9C6F-5613-EBB04F5865B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F6ADCD0-E85C-03B8-2012-2B61099F40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6969D5-85F8-89A8-5A25-557F60290331}"/>
              </a:ext>
            </a:extLst>
          </p:cNvPr>
          <p:cNvSpPr>
            <a:spLocks noGrp="1"/>
          </p:cNvSpPr>
          <p:nvPr>
            <p:ph type="dt" sz="half" idx="10"/>
          </p:nvPr>
        </p:nvSpPr>
        <p:spPr/>
        <p:txBody>
          <a:bodyPr/>
          <a:lstStyle/>
          <a:p>
            <a:fld id="{B211C5D5-E658-4BCA-9F5E-03E8BD3990FB}" type="datetimeFigureOut">
              <a:rPr lang="en-US" smtClean="0"/>
              <a:t>4/21/2026</a:t>
            </a:fld>
            <a:endParaRPr lang="en-US"/>
          </a:p>
        </p:txBody>
      </p:sp>
      <p:sp>
        <p:nvSpPr>
          <p:cNvPr id="6" name="Footer Placeholder 5">
            <a:extLst>
              <a:ext uri="{FF2B5EF4-FFF2-40B4-BE49-F238E27FC236}">
                <a16:creationId xmlns:a16="http://schemas.microsoft.com/office/drawing/2014/main" id="{00B8BE70-E745-01E6-F7E8-1BDF9C481B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DA46099-41B7-577E-8C93-8869773D4C7B}"/>
              </a:ext>
            </a:extLst>
          </p:cNvPr>
          <p:cNvSpPr>
            <a:spLocks noGrp="1"/>
          </p:cNvSpPr>
          <p:nvPr>
            <p:ph type="sldNum" sz="quarter" idx="12"/>
          </p:nvPr>
        </p:nvSpPr>
        <p:spPr/>
        <p:txBody>
          <a:bodyPr/>
          <a:lstStyle/>
          <a:p>
            <a:fld id="{ACD8F78F-B745-4D58-8163-53750E67DC95}" type="slidenum">
              <a:rPr lang="en-US" smtClean="0"/>
              <a:t>‹#›</a:t>
            </a:fld>
            <a:endParaRPr lang="en-US"/>
          </a:p>
        </p:txBody>
      </p:sp>
    </p:spTree>
    <p:extLst>
      <p:ext uri="{BB962C8B-B14F-4D97-AF65-F5344CB8AC3E}">
        <p14:creationId xmlns:p14="http://schemas.microsoft.com/office/powerpoint/2010/main" val="30035870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22AC7-8B2B-BA95-9CF7-44208353D5E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DC6DAB7-6F2D-7030-7EAC-03581590C50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09504F-4ACC-93B6-EB51-069498103179}"/>
              </a:ext>
            </a:extLst>
          </p:cNvPr>
          <p:cNvSpPr>
            <a:spLocks noGrp="1"/>
          </p:cNvSpPr>
          <p:nvPr>
            <p:ph type="dt" sz="half" idx="10"/>
          </p:nvPr>
        </p:nvSpPr>
        <p:spPr/>
        <p:txBody>
          <a:bodyPr/>
          <a:lstStyle/>
          <a:p>
            <a:fld id="{B211C5D5-E658-4BCA-9F5E-03E8BD3990FB}" type="datetimeFigureOut">
              <a:rPr lang="en-US" smtClean="0"/>
              <a:t>4/21/2026</a:t>
            </a:fld>
            <a:endParaRPr lang="en-US"/>
          </a:p>
        </p:txBody>
      </p:sp>
      <p:sp>
        <p:nvSpPr>
          <p:cNvPr id="5" name="Footer Placeholder 4">
            <a:extLst>
              <a:ext uri="{FF2B5EF4-FFF2-40B4-BE49-F238E27FC236}">
                <a16:creationId xmlns:a16="http://schemas.microsoft.com/office/drawing/2014/main" id="{60E87BC2-F435-15BB-D03A-7AC56E4BB2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CA90D1-9F76-847A-9F35-4838167FD9B5}"/>
              </a:ext>
            </a:extLst>
          </p:cNvPr>
          <p:cNvSpPr>
            <a:spLocks noGrp="1"/>
          </p:cNvSpPr>
          <p:nvPr>
            <p:ph type="sldNum" sz="quarter" idx="12"/>
          </p:nvPr>
        </p:nvSpPr>
        <p:spPr/>
        <p:txBody>
          <a:bodyPr/>
          <a:lstStyle/>
          <a:p>
            <a:fld id="{ACD8F78F-B745-4D58-8163-53750E67DC95}" type="slidenum">
              <a:rPr lang="en-US" smtClean="0"/>
              <a:t>‹#›</a:t>
            </a:fld>
            <a:endParaRPr lang="en-US"/>
          </a:p>
        </p:txBody>
      </p:sp>
    </p:spTree>
    <p:extLst>
      <p:ext uri="{BB962C8B-B14F-4D97-AF65-F5344CB8AC3E}">
        <p14:creationId xmlns:p14="http://schemas.microsoft.com/office/powerpoint/2010/main" val="38054045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7A8680B-DBE0-D4BD-F72A-70F2A228603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45D711A-C3FD-3D2C-14FD-5FF2D315235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384607-965D-DE60-DC01-E9541FD161FE}"/>
              </a:ext>
            </a:extLst>
          </p:cNvPr>
          <p:cNvSpPr>
            <a:spLocks noGrp="1"/>
          </p:cNvSpPr>
          <p:nvPr>
            <p:ph type="dt" sz="half" idx="10"/>
          </p:nvPr>
        </p:nvSpPr>
        <p:spPr/>
        <p:txBody>
          <a:bodyPr/>
          <a:lstStyle/>
          <a:p>
            <a:fld id="{B211C5D5-E658-4BCA-9F5E-03E8BD3990FB}" type="datetimeFigureOut">
              <a:rPr lang="en-US" smtClean="0"/>
              <a:t>4/21/2026</a:t>
            </a:fld>
            <a:endParaRPr lang="en-US"/>
          </a:p>
        </p:txBody>
      </p:sp>
      <p:sp>
        <p:nvSpPr>
          <p:cNvPr id="5" name="Footer Placeholder 4">
            <a:extLst>
              <a:ext uri="{FF2B5EF4-FFF2-40B4-BE49-F238E27FC236}">
                <a16:creationId xmlns:a16="http://schemas.microsoft.com/office/drawing/2014/main" id="{631D077E-8582-F2BB-D4F4-B33A234C80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9D3E8C-8686-9C64-42DD-24BFFE35FE65}"/>
              </a:ext>
            </a:extLst>
          </p:cNvPr>
          <p:cNvSpPr>
            <a:spLocks noGrp="1"/>
          </p:cNvSpPr>
          <p:nvPr>
            <p:ph type="sldNum" sz="quarter" idx="12"/>
          </p:nvPr>
        </p:nvSpPr>
        <p:spPr/>
        <p:txBody>
          <a:bodyPr/>
          <a:lstStyle/>
          <a:p>
            <a:fld id="{ACD8F78F-B745-4D58-8163-53750E67DC95}" type="slidenum">
              <a:rPr lang="en-US" smtClean="0"/>
              <a:t>‹#›</a:t>
            </a:fld>
            <a:endParaRPr lang="en-US"/>
          </a:p>
        </p:txBody>
      </p:sp>
    </p:spTree>
    <p:extLst>
      <p:ext uri="{BB962C8B-B14F-4D97-AF65-F5344CB8AC3E}">
        <p14:creationId xmlns:p14="http://schemas.microsoft.com/office/powerpoint/2010/main" val="3618188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78269C6-5BB0-DBA1-F59E-BD86B9A552C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54A91FB-A21A-07AC-8FA7-7947BA7DBCA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FBAAE4-D74D-35A5-9661-4D85E8B13B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211C5D5-E658-4BCA-9F5E-03E8BD3990FB}" type="datetimeFigureOut">
              <a:rPr lang="en-US" smtClean="0"/>
              <a:t>4/21/2026</a:t>
            </a:fld>
            <a:endParaRPr lang="en-US"/>
          </a:p>
        </p:txBody>
      </p:sp>
      <p:sp>
        <p:nvSpPr>
          <p:cNvPr id="5" name="Footer Placeholder 4">
            <a:extLst>
              <a:ext uri="{FF2B5EF4-FFF2-40B4-BE49-F238E27FC236}">
                <a16:creationId xmlns:a16="http://schemas.microsoft.com/office/drawing/2014/main" id="{C3362C31-3A41-654C-7F2A-DC14CC190BC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A9C7647-90D3-836F-B8FB-5BDF12FEEF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CD8F78F-B745-4D58-8163-53750E67DC95}" type="slidenum">
              <a:rPr lang="en-US" smtClean="0"/>
              <a:t>‹#›</a:t>
            </a:fld>
            <a:endParaRPr lang="en-US"/>
          </a:p>
        </p:txBody>
      </p:sp>
    </p:spTree>
    <p:extLst>
      <p:ext uri="{BB962C8B-B14F-4D97-AF65-F5344CB8AC3E}">
        <p14:creationId xmlns:p14="http://schemas.microsoft.com/office/powerpoint/2010/main" val="31258608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image" Target="../media/image6.png"/><Relationship Id="rId7" Type="http://schemas.openxmlformats.org/officeDocument/2006/relationships/diagramQuickStyle" Target="../diagrams/quickStyle2.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image" Target="../media/image7.png"/><Relationship Id="rId9" Type="http://schemas.microsoft.com/office/2007/relationships/diagramDrawing" Target="../diagrams/drawing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24.jpeg"/><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www.mathworks.com/help/images/detecting-a-cell-using-image-segmentation.html"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555C5B3-193A-4749-9AFD-682E53CDDE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EAE06A6-F76A-41C9-827A-C561B00448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3"/>
            <a:ext cx="12192000" cy="6858000"/>
          </a:xfrm>
          <a:prstGeom prst="rect">
            <a:avLst/>
          </a:prstGeom>
          <a:gradFill>
            <a:gsLst>
              <a:gs pos="0">
                <a:srgbClr val="000000"/>
              </a:gs>
              <a:gs pos="100000">
                <a:schemeClr val="accent1">
                  <a:lumMod val="7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9F9D4E8-0639-444B-949B-9518585061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80861" y="0"/>
            <a:ext cx="7661934" cy="6858000"/>
          </a:xfrm>
          <a:prstGeom prst="rect">
            <a:avLst/>
          </a:prstGeom>
          <a:gradFill>
            <a:gsLst>
              <a:gs pos="0">
                <a:schemeClr val="accent1">
                  <a:lumMod val="75000"/>
                  <a:alpha val="45000"/>
                </a:schemeClr>
              </a:gs>
              <a:gs pos="100000">
                <a:srgbClr val="000000">
                  <a:alpha val="29000"/>
                </a:srgb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E3DA7A2-ED70-4BBA-AB72-00AD461FA4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80862" y="-6"/>
            <a:ext cx="11711138" cy="6410334"/>
          </a:xfrm>
          <a:prstGeom prst="rect">
            <a:avLst/>
          </a:prstGeom>
          <a:gradFill>
            <a:gsLst>
              <a:gs pos="0">
                <a:schemeClr val="accent1">
                  <a:alpha val="0"/>
                </a:schemeClr>
              </a:gs>
              <a:gs pos="100000">
                <a:srgbClr val="000000">
                  <a:alpha val="41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3375ECE-836D-EEC8-7423-F07BD9397D52}"/>
              </a:ext>
            </a:extLst>
          </p:cNvPr>
          <p:cNvSpPr>
            <a:spLocks noGrp="1"/>
          </p:cNvSpPr>
          <p:nvPr>
            <p:ph type="ctrTitle"/>
          </p:nvPr>
        </p:nvSpPr>
        <p:spPr>
          <a:xfrm>
            <a:off x="1127208" y="857251"/>
            <a:ext cx="4747280" cy="3098061"/>
          </a:xfrm>
        </p:spPr>
        <p:txBody>
          <a:bodyPr anchor="b">
            <a:normAutofit/>
          </a:bodyPr>
          <a:lstStyle/>
          <a:p>
            <a:pPr algn="l"/>
            <a:r>
              <a:rPr lang="en-US" sz="4800">
                <a:solidFill>
                  <a:srgbClr val="FFFFFF"/>
                </a:solidFill>
              </a:rPr>
              <a:t>Project: License Plate Detection</a:t>
            </a:r>
          </a:p>
        </p:txBody>
      </p:sp>
      <p:sp>
        <p:nvSpPr>
          <p:cNvPr id="18" name="Rectangle 17">
            <a:extLst>
              <a:ext uri="{FF2B5EF4-FFF2-40B4-BE49-F238E27FC236}">
                <a16:creationId xmlns:a16="http://schemas.microsoft.com/office/drawing/2014/main" id="{FC485432-3647-4218-B5D3-15D3FA222B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844797" y="-489206"/>
            <a:ext cx="2502408" cy="12191998"/>
          </a:xfrm>
          <a:prstGeom prst="rect">
            <a:avLst/>
          </a:prstGeom>
          <a:gradFill>
            <a:gsLst>
              <a:gs pos="0">
                <a:schemeClr val="accent1">
                  <a:alpha val="24000"/>
                </a:schemeClr>
              </a:gs>
              <a:gs pos="78000">
                <a:schemeClr val="accent1">
                  <a:lumMod val="50000"/>
                  <a:alpha val="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26E0165F-AE0B-A258-5892-51CF51F495D3}"/>
              </a:ext>
            </a:extLst>
          </p:cNvPr>
          <p:cNvSpPr>
            <a:spLocks noGrp="1"/>
          </p:cNvSpPr>
          <p:nvPr>
            <p:ph type="subTitle" idx="1"/>
          </p:nvPr>
        </p:nvSpPr>
        <p:spPr>
          <a:xfrm>
            <a:off x="1127208" y="4756265"/>
            <a:ext cx="4393278" cy="1244483"/>
          </a:xfrm>
        </p:spPr>
        <p:txBody>
          <a:bodyPr anchor="t">
            <a:normAutofit/>
          </a:bodyPr>
          <a:lstStyle/>
          <a:p>
            <a:pPr algn="l"/>
            <a:r>
              <a:rPr lang="en-US" sz="1500">
                <a:solidFill>
                  <a:srgbClr val="FFFFFF"/>
                </a:solidFill>
              </a:rPr>
              <a:t>Prepared by: Ahmad Chamiye and Karim Sakr</a:t>
            </a:r>
          </a:p>
          <a:p>
            <a:pPr algn="l"/>
            <a:r>
              <a:rPr lang="en-US" sz="1500">
                <a:solidFill>
                  <a:srgbClr val="FFFFFF"/>
                </a:solidFill>
              </a:rPr>
              <a:t>ELE552: Digital Image and Video Processing and Compression</a:t>
            </a:r>
          </a:p>
          <a:p>
            <a:pPr algn="l"/>
            <a:r>
              <a:rPr lang="en-US" sz="1500">
                <a:solidFill>
                  <a:srgbClr val="FFFFFF"/>
                </a:solidFill>
              </a:rPr>
              <a:t>Instructor: Dr. Claudia Mattar</a:t>
            </a:r>
          </a:p>
        </p:txBody>
      </p:sp>
      <p:sp>
        <p:nvSpPr>
          <p:cNvPr id="20" name="Oval 19">
            <a:extLst>
              <a:ext uri="{FF2B5EF4-FFF2-40B4-BE49-F238E27FC236}">
                <a16:creationId xmlns:a16="http://schemas.microsoft.com/office/drawing/2014/main" id="{F4AFDDCA-6ABA-4D23-8A5C-1BF0F43081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90589" y="1062544"/>
            <a:ext cx="4756162" cy="47561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4AB488FC-AD5A-D745-8918-B20A3044FC68}"/>
              </a:ext>
            </a:extLst>
          </p:cNvPr>
          <p:cNvPicPr>
            <a:picLocks noChangeAspect="1"/>
          </p:cNvPicPr>
          <p:nvPr/>
        </p:nvPicPr>
        <p:blipFill>
          <a:blip r:embed="rId2"/>
          <a:stretch>
            <a:fillRect/>
          </a:stretch>
        </p:blipFill>
        <p:spPr>
          <a:xfrm>
            <a:off x="6920559" y="2128136"/>
            <a:ext cx="3737164" cy="2616014"/>
          </a:xfrm>
          <a:prstGeom prst="rect">
            <a:avLst/>
          </a:prstGeom>
        </p:spPr>
      </p:pic>
    </p:spTree>
    <p:extLst>
      <p:ext uri="{BB962C8B-B14F-4D97-AF65-F5344CB8AC3E}">
        <p14:creationId xmlns:p14="http://schemas.microsoft.com/office/powerpoint/2010/main" val="28203727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D72126-4AAF-69B5-2DF5-B4813C8EBC9C}"/>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Phase 1: Plate (Rectangle) Detection.</a:t>
            </a:r>
          </a:p>
        </p:txBody>
      </p:sp>
      <p:graphicFrame>
        <p:nvGraphicFramePr>
          <p:cNvPr id="5" name="Content Placeholder 2">
            <a:extLst>
              <a:ext uri="{FF2B5EF4-FFF2-40B4-BE49-F238E27FC236}">
                <a16:creationId xmlns:a16="http://schemas.microsoft.com/office/drawing/2014/main" id="{9BC7A3D1-BEF7-B96B-0CEA-0506B764A862}"/>
              </a:ext>
            </a:extLst>
          </p:cNvPr>
          <p:cNvGraphicFramePr>
            <a:graphicFrameLocks noGrp="1"/>
          </p:cNvGraphicFramePr>
          <p:nvPr>
            <p:ph idx="1"/>
            <p:extLst>
              <p:ext uri="{D42A27DB-BD31-4B8C-83A1-F6EECF244321}">
                <p14:modId xmlns:p14="http://schemas.microsoft.com/office/powerpoint/2010/main" val="3299987231"/>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836441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5D9BEB0-40C1-CFB3-1C72-F0F119D17CDF}"/>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C9EA98D-ECA8-CB8A-7240-E48FBE22C0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926F6E3-314A-5ACA-38FA-7E7BC947E2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FB3E4AB-4304-DF03-9D82-53F19C9BCA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A344A98-EE94-38D4-D29E-09ED6D3E63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EE69A4-3403-C195-F7B3-F225D5C1A2E4}"/>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Original Image and Grayscale</a:t>
            </a:r>
          </a:p>
        </p:txBody>
      </p:sp>
      <p:pic>
        <p:nvPicPr>
          <p:cNvPr id="7" name="Content Placeholder 6">
            <a:extLst>
              <a:ext uri="{FF2B5EF4-FFF2-40B4-BE49-F238E27FC236}">
                <a16:creationId xmlns:a16="http://schemas.microsoft.com/office/drawing/2014/main" id="{8B12C710-F1FF-A61D-C776-F9F0CFB9661B}"/>
              </a:ext>
            </a:extLst>
          </p:cNvPr>
          <p:cNvPicPr>
            <a:picLocks noGrp="1" noChangeAspect="1"/>
          </p:cNvPicPr>
          <p:nvPr>
            <p:ph idx="1"/>
          </p:nvPr>
        </p:nvPicPr>
        <p:blipFill>
          <a:blip r:embed="rId2"/>
          <a:stretch>
            <a:fillRect/>
          </a:stretch>
        </p:blipFill>
        <p:spPr>
          <a:xfrm>
            <a:off x="499458" y="1924820"/>
            <a:ext cx="4305901" cy="2172003"/>
          </a:xfrm>
          <a:prstGeom prst="rect">
            <a:avLst/>
          </a:prstGeom>
        </p:spPr>
      </p:pic>
      <p:pic>
        <p:nvPicPr>
          <p:cNvPr id="10" name="Picture 9">
            <a:extLst>
              <a:ext uri="{FF2B5EF4-FFF2-40B4-BE49-F238E27FC236}">
                <a16:creationId xmlns:a16="http://schemas.microsoft.com/office/drawing/2014/main" id="{C42F7EDC-F5C2-3BC8-517A-3046079D2FBE}"/>
              </a:ext>
            </a:extLst>
          </p:cNvPr>
          <p:cNvPicPr>
            <a:picLocks noChangeAspect="1"/>
          </p:cNvPicPr>
          <p:nvPr/>
        </p:nvPicPr>
        <p:blipFill>
          <a:blip r:embed="rId3"/>
          <a:stretch>
            <a:fillRect/>
          </a:stretch>
        </p:blipFill>
        <p:spPr>
          <a:xfrm>
            <a:off x="2824454" y="2717303"/>
            <a:ext cx="9124377" cy="2389718"/>
          </a:xfrm>
          <a:prstGeom prst="rect">
            <a:avLst/>
          </a:prstGeom>
        </p:spPr>
      </p:pic>
    </p:spTree>
    <p:extLst>
      <p:ext uri="{BB962C8B-B14F-4D97-AF65-F5344CB8AC3E}">
        <p14:creationId xmlns:p14="http://schemas.microsoft.com/office/powerpoint/2010/main" val="28981713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76F84B8-044A-F51C-9FC7-A26A61633AFC}"/>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1295DEB-EB86-E54D-3AE0-2A360CD289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4FF2A70-4E4F-6AC6-84CF-8E7BCE7E35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8FCE2B2-DF53-8B74-18EE-0DBEABCD71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F75BF6E-191C-EBCA-0AAB-F2446F4223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D85851A-5331-1231-5E99-CADED459D331}"/>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Binarization of Image</a:t>
            </a:r>
          </a:p>
        </p:txBody>
      </p:sp>
      <p:pic>
        <p:nvPicPr>
          <p:cNvPr id="6" name="Picture 5">
            <a:extLst>
              <a:ext uri="{FF2B5EF4-FFF2-40B4-BE49-F238E27FC236}">
                <a16:creationId xmlns:a16="http://schemas.microsoft.com/office/drawing/2014/main" id="{8792B77C-0670-6091-150D-A3DAD48CDC4E}"/>
              </a:ext>
            </a:extLst>
          </p:cNvPr>
          <p:cNvPicPr>
            <a:picLocks noChangeAspect="1"/>
          </p:cNvPicPr>
          <p:nvPr/>
        </p:nvPicPr>
        <p:blipFill>
          <a:blip r:embed="rId3"/>
          <a:stretch>
            <a:fillRect/>
          </a:stretch>
        </p:blipFill>
        <p:spPr>
          <a:xfrm>
            <a:off x="463425" y="1924820"/>
            <a:ext cx="3767706" cy="1576446"/>
          </a:xfrm>
          <a:prstGeom prst="rect">
            <a:avLst/>
          </a:prstGeom>
        </p:spPr>
      </p:pic>
      <p:pic>
        <p:nvPicPr>
          <p:cNvPr id="12" name="Picture 11">
            <a:extLst>
              <a:ext uri="{FF2B5EF4-FFF2-40B4-BE49-F238E27FC236}">
                <a16:creationId xmlns:a16="http://schemas.microsoft.com/office/drawing/2014/main" id="{B6ED6A9E-0B72-E5C0-202A-84F766C67226}"/>
              </a:ext>
            </a:extLst>
          </p:cNvPr>
          <p:cNvPicPr>
            <a:picLocks noChangeAspect="1"/>
          </p:cNvPicPr>
          <p:nvPr/>
        </p:nvPicPr>
        <p:blipFill>
          <a:blip r:embed="rId4"/>
          <a:stretch>
            <a:fillRect/>
          </a:stretch>
        </p:blipFill>
        <p:spPr>
          <a:xfrm>
            <a:off x="4694556" y="1924820"/>
            <a:ext cx="7425447" cy="4111754"/>
          </a:xfrm>
          <a:prstGeom prst="rect">
            <a:avLst/>
          </a:prstGeom>
        </p:spPr>
      </p:pic>
      <p:graphicFrame>
        <p:nvGraphicFramePr>
          <p:cNvPr id="16" name="Diagram 15">
            <a:extLst>
              <a:ext uri="{FF2B5EF4-FFF2-40B4-BE49-F238E27FC236}">
                <a16:creationId xmlns:a16="http://schemas.microsoft.com/office/drawing/2014/main" id="{5A7E445F-C1FB-CD8D-E11D-42952864B26E}"/>
              </a:ext>
            </a:extLst>
          </p:cNvPr>
          <p:cNvGraphicFramePr/>
          <p:nvPr>
            <p:extLst>
              <p:ext uri="{D42A27DB-BD31-4B8C-83A1-F6EECF244321}">
                <p14:modId xmlns:p14="http://schemas.microsoft.com/office/powerpoint/2010/main" val="2506535564"/>
              </p:ext>
            </p:extLst>
          </p:nvPr>
        </p:nvGraphicFramePr>
        <p:xfrm>
          <a:off x="282102" y="3429000"/>
          <a:ext cx="4017524" cy="2757791"/>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42849541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B2A3337-EB07-473D-7456-15E748251BDB}"/>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F29BA19-5CBA-80CE-49D6-7DC9090BE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4A385B6-64C6-9CA1-7434-465119EF88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C838D1E-5601-67D6-F30D-2F4E0C378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44184A4-416B-43C2-9320-C276729C6E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3910EF-1D99-4378-8AC2-3934A8110060}"/>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Filling Holes</a:t>
            </a:r>
          </a:p>
        </p:txBody>
      </p:sp>
      <p:pic>
        <p:nvPicPr>
          <p:cNvPr id="4" name="Picture 3">
            <a:extLst>
              <a:ext uri="{FF2B5EF4-FFF2-40B4-BE49-F238E27FC236}">
                <a16:creationId xmlns:a16="http://schemas.microsoft.com/office/drawing/2014/main" id="{7AABCD6C-4CE1-626D-2F4C-C839771529EE}"/>
              </a:ext>
            </a:extLst>
          </p:cNvPr>
          <p:cNvPicPr>
            <a:picLocks noChangeAspect="1"/>
          </p:cNvPicPr>
          <p:nvPr/>
        </p:nvPicPr>
        <p:blipFill>
          <a:blip r:embed="rId3"/>
          <a:stretch>
            <a:fillRect/>
          </a:stretch>
        </p:blipFill>
        <p:spPr>
          <a:xfrm>
            <a:off x="708099" y="1924820"/>
            <a:ext cx="4258269" cy="1895740"/>
          </a:xfrm>
          <a:prstGeom prst="rect">
            <a:avLst/>
          </a:prstGeom>
        </p:spPr>
      </p:pic>
      <p:pic>
        <p:nvPicPr>
          <p:cNvPr id="7" name="Picture 6">
            <a:extLst>
              <a:ext uri="{FF2B5EF4-FFF2-40B4-BE49-F238E27FC236}">
                <a16:creationId xmlns:a16="http://schemas.microsoft.com/office/drawing/2014/main" id="{E0A5A20C-6AE4-2027-4B79-2880FBC6281D}"/>
              </a:ext>
            </a:extLst>
          </p:cNvPr>
          <p:cNvPicPr>
            <a:picLocks noChangeAspect="1"/>
          </p:cNvPicPr>
          <p:nvPr/>
        </p:nvPicPr>
        <p:blipFill>
          <a:blip r:embed="rId4"/>
          <a:stretch>
            <a:fillRect/>
          </a:stretch>
        </p:blipFill>
        <p:spPr>
          <a:xfrm>
            <a:off x="0" y="3792638"/>
            <a:ext cx="12192000" cy="3093284"/>
          </a:xfrm>
          <a:prstGeom prst="rect">
            <a:avLst/>
          </a:prstGeom>
        </p:spPr>
      </p:pic>
      <p:sp>
        <p:nvSpPr>
          <p:cNvPr id="8" name="TextBox 7">
            <a:extLst>
              <a:ext uri="{FF2B5EF4-FFF2-40B4-BE49-F238E27FC236}">
                <a16:creationId xmlns:a16="http://schemas.microsoft.com/office/drawing/2014/main" id="{DC371938-D048-E3D2-155D-C5AF7766D1DE}"/>
              </a:ext>
            </a:extLst>
          </p:cNvPr>
          <p:cNvSpPr txBox="1"/>
          <p:nvPr/>
        </p:nvSpPr>
        <p:spPr>
          <a:xfrm>
            <a:off x="5612860" y="1741251"/>
            <a:ext cx="6177063" cy="1631216"/>
          </a:xfrm>
          <a:prstGeom prst="rect">
            <a:avLst/>
          </a:prstGeom>
          <a:noFill/>
        </p:spPr>
        <p:txBody>
          <a:bodyPr wrap="square" rtlCol="0">
            <a:spAutoFit/>
          </a:bodyPr>
          <a:lstStyle/>
          <a:p>
            <a:pPr marL="285750" indent="-285750">
              <a:buFont typeface="Arial" panose="020B0604020202020204" pitchFamily="34" charset="0"/>
              <a:buChar char="•"/>
            </a:pPr>
            <a:r>
              <a:rPr lang="en-US" sz="2000"/>
              <a:t>Filling holes </a:t>
            </a:r>
            <a:r>
              <a:rPr lang="en-US" sz="2000">
                <a:sym typeface="Wingdings" panose="05000000000000000000" pitchFamily="2" charset="2"/>
              </a:rPr>
              <a:t> </a:t>
            </a:r>
            <a:r>
              <a:rPr lang="en-US" sz="2000" err="1"/>
              <a:t>imfill</a:t>
            </a:r>
            <a:r>
              <a:rPr lang="en-US" sz="2000"/>
              <a:t>: fills in small black gaps inside white objects.</a:t>
            </a:r>
          </a:p>
          <a:p>
            <a:pPr marL="285750" indent="-285750">
              <a:buFont typeface="Arial" panose="020B0604020202020204" pitchFamily="34" charset="0"/>
              <a:buChar char="•"/>
            </a:pPr>
            <a:r>
              <a:rPr lang="en-US" sz="2000"/>
              <a:t>Noise removal </a:t>
            </a:r>
            <a:r>
              <a:rPr lang="en-US" sz="2000">
                <a:sym typeface="Wingdings" panose="05000000000000000000" pitchFamily="2" charset="2"/>
              </a:rPr>
              <a:t> </a:t>
            </a:r>
            <a:r>
              <a:rPr lang="en-US" sz="2000" err="1"/>
              <a:t>bwareaopen</a:t>
            </a:r>
            <a:r>
              <a:rPr lang="en-US" sz="2000"/>
              <a:t>: removes small white speckles (noise) that are too tiny to be a license plate.</a:t>
            </a:r>
          </a:p>
        </p:txBody>
      </p:sp>
    </p:spTree>
    <p:extLst>
      <p:ext uri="{BB962C8B-B14F-4D97-AF65-F5344CB8AC3E}">
        <p14:creationId xmlns:p14="http://schemas.microsoft.com/office/powerpoint/2010/main" val="17414421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EE4D703-79CA-C962-9C48-A1DE50990457}"/>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947F643-D351-FB5F-A975-B92DDC0E4B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249456D-7C1C-3DCE-EA14-8D115BAC7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ECE46EB-CC21-CBC2-7B05-ACC283F57D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238A6C4-9704-A8AD-3AC6-B61D644888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5302F62-FABC-2A7E-8D0E-6EF0D48D0F5D}"/>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Detect Edges</a:t>
            </a:r>
          </a:p>
        </p:txBody>
      </p:sp>
      <p:pic>
        <p:nvPicPr>
          <p:cNvPr id="14" name="Picture 13">
            <a:extLst>
              <a:ext uri="{FF2B5EF4-FFF2-40B4-BE49-F238E27FC236}">
                <a16:creationId xmlns:a16="http://schemas.microsoft.com/office/drawing/2014/main" id="{06146DDF-F57A-92E8-9F34-459189C2607B}"/>
              </a:ext>
            </a:extLst>
          </p:cNvPr>
          <p:cNvPicPr>
            <a:picLocks noChangeAspect="1"/>
          </p:cNvPicPr>
          <p:nvPr/>
        </p:nvPicPr>
        <p:blipFill>
          <a:blip r:embed="rId3"/>
          <a:stretch>
            <a:fillRect/>
          </a:stretch>
        </p:blipFill>
        <p:spPr>
          <a:xfrm>
            <a:off x="5741152" y="1931228"/>
            <a:ext cx="5513750" cy="3021174"/>
          </a:xfrm>
          <a:prstGeom prst="rect">
            <a:avLst/>
          </a:prstGeom>
        </p:spPr>
      </p:pic>
      <p:pic>
        <p:nvPicPr>
          <p:cNvPr id="18" name="Picture 17">
            <a:extLst>
              <a:ext uri="{FF2B5EF4-FFF2-40B4-BE49-F238E27FC236}">
                <a16:creationId xmlns:a16="http://schemas.microsoft.com/office/drawing/2014/main" id="{32E3383B-38E5-FB92-8DA5-0B1FAD224DC8}"/>
              </a:ext>
            </a:extLst>
          </p:cNvPr>
          <p:cNvPicPr>
            <a:picLocks noChangeAspect="1"/>
          </p:cNvPicPr>
          <p:nvPr/>
        </p:nvPicPr>
        <p:blipFill>
          <a:blip r:embed="rId4"/>
          <a:stretch>
            <a:fillRect/>
          </a:stretch>
        </p:blipFill>
        <p:spPr>
          <a:xfrm>
            <a:off x="559159" y="1924820"/>
            <a:ext cx="3527044" cy="1504180"/>
          </a:xfrm>
          <a:prstGeom prst="rect">
            <a:avLst/>
          </a:prstGeom>
        </p:spPr>
      </p:pic>
      <p:sp>
        <p:nvSpPr>
          <p:cNvPr id="19" name="TextBox 18">
            <a:extLst>
              <a:ext uri="{FF2B5EF4-FFF2-40B4-BE49-F238E27FC236}">
                <a16:creationId xmlns:a16="http://schemas.microsoft.com/office/drawing/2014/main" id="{D490E151-147D-8CB1-F8ED-E58D4950A797}"/>
              </a:ext>
            </a:extLst>
          </p:cNvPr>
          <p:cNvSpPr txBox="1"/>
          <p:nvPr/>
        </p:nvSpPr>
        <p:spPr>
          <a:xfrm>
            <a:off x="398834" y="3774332"/>
            <a:ext cx="5058383" cy="1477328"/>
          </a:xfrm>
          <a:prstGeom prst="rect">
            <a:avLst/>
          </a:prstGeom>
          <a:noFill/>
        </p:spPr>
        <p:txBody>
          <a:bodyPr wrap="square" rtlCol="0">
            <a:spAutoFit/>
          </a:bodyPr>
          <a:lstStyle/>
          <a:p>
            <a:r>
              <a:rPr lang="en-US"/>
              <a:t>Edge detection using the edge function:</a:t>
            </a:r>
          </a:p>
          <a:p>
            <a:r>
              <a:rPr lang="en-US"/>
              <a:t>We use the Sobel filter that identifies areas of high contrast.</a:t>
            </a:r>
          </a:p>
          <a:p>
            <a:r>
              <a:rPr lang="en-US"/>
              <a:t>White areas are delimited and edges are detected.</a:t>
            </a:r>
          </a:p>
        </p:txBody>
      </p:sp>
    </p:spTree>
    <p:extLst>
      <p:ext uri="{BB962C8B-B14F-4D97-AF65-F5344CB8AC3E}">
        <p14:creationId xmlns:p14="http://schemas.microsoft.com/office/powerpoint/2010/main" val="9674236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4A1EAAF-9496-9DCF-6B9A-F534C5A230F3}"/>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0350DDF-C030-E03D-54B7-9870D39753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5BE3B91-4664-DDF5-0C08-DF25D7E3F7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A19C78C-A61A-4DDA-7608-BCFB4DF284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4473751-3865-F78C-B85F-23270CD206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02093FB-2242-19DC-A127-6DDC132FED60}"/>
              </a:ext>
            </a:extLst>
          </p:cNvPr>
          <p:cNvSpPr>
            <a:spLocks noGrp="1"/>
          </p:cNvSpPr>
          <p:nvPr>
            <p:ph type="title"/>
          </p:nvPr>
        </p:nvSpPr>
        <p:spPr>
          <a:xfrm>
            <a:off x="1371597" y="348865"/>
            <a:ext cx="10044023" cy="877729"/>
          </a:xfrm>
        </p:spPr>
        <p:txBody>
          <a:bodyPr anchor="ctr">
            <a:normAutofit fontScale="90000"/>
          </a:bodyPr>
          <a:lstStyle/>
          <a:p>
            <a:r>
              <a:rPr lang="en-US" sz="4000">
                <a:solidFill>
                  <a:srgbClr val="FFFFFF"/>
                </a:solidFill>
              </a:rPr>
              <a:t>Perform Morphological Dilation to Enhance Edges</a:t>
            </a:r>
          </a:p>
        </p:txBody>
      </p:sp>
      <p:pic>
        <p:nvPicPr>
          <p:cNvPr id="4" name="Picture 3">
            <a:extLst>
              <a:ext uri="{FF2B5EF4-FFF2-40B4-BE49-F238E27FC236}">
                <a16:creationId xmlns:a16="http://schemas.microsoft.com/office/drawing/2014/main" id="{03201E51-7485-1CFC-A2DB-36291805C663}"/>
              </a:ext>
            </a:extLst>
          </p:cNvPr>
          <p:cNvPicPr>
            <a:picLocks noChangeAspect="1"/>
          </p:cNvPicPr>
          <p:nvPr/>
        </p:nvPicPr>
        <p:blipFill>
          <a:blip r:embed="rId3"/>
          <a:stretch>
            <a:fillRect/>
          </a:stretch>
        </p:blipFill>
        <p:spPr>
          <a:xfrm>
            <a:off x="323044" y="1924820"/>
            <a:ext cx="5772956" cy="1705213"/>
          </a:xfrm>
          <a:prstGeom prst="rect">
            <a:avLst/>
          </a:prstGeom>
        </p:spPr>
      </p:pic>
      <p:pic>
        <p:nvPicPr>
          <p:cNvPr id="6" name="Picture 5">
            <a:extLst>
              <a:ext uri="{FF2B5EF4-FFF2-40B4-BE49-F238E27FC236}">
                <a16:creationId xmlns:a16="http://schemas.microsoft.com/office/drawing/2014/main" id="{1E1F43A8-5AC8-C927-BDC4-1E4CC9532175}"/>
              </a:ext>
            </a:extLst>
          </p:cNvPr>
          <p:cNvPicPr>
            <a:picLocks noChangeAspect="1"/>
          </p:cNvPicPr>
          <p:nvPr/>
        </p:nvPicPr>
        <p:blipFill>
          <a:blip r:embed="rId4"/>
          <a:stretch>
            <a:fillRect/>
          </a:stretch>
        </p:blipFill>
        <p:spPr>
          <a:xfrm>
            <a:off x="6419042" y="1574501"/>
            <a:ext cx="5772956" cy="3153828"/>
          </a:xfrm>
          <a:prstGeom prst="rect">
            <a:avLst/>
          </a:prstGeom>
        </p:spPr>
      </p:pic>
      <p:sp>
        <p:nvSpPr>
          <p:cNvPr id="7" name="TextBox 6">
            <a:extLst>
              <a:ext uri="{FF2B5EF4-FFF2-40B4-BE49-F238E27FC236}">
                <a16:creationId xmlns:a16="http://schemas.microsoft.com/office/drawing/2014/main" id="{CCEE4A8E-D4D5-47D4-9AA1-13B4B7001908}"/>
              </a:ext>
            </a:extLst>
          </p:cNvPr>
          <p:cNvSpPr txBox="1"/>
          <p:nvPr/>
        </p:nvSpPr>
        <p:spPr>
          <a:xfrm>
            <a:off x="350196" y="3832698"/>
            <a:ext cx="5772956" cy="2585323"/>
          </a:xfrm>
          <a:prstGeom prst="rect">
            <a:avLst/>
          </a:prstGeom>
          <a:noFill/>
        </p:spPr>
        <p:txBody>
          <a:bodyPr wrap="square" rtlCol="0">
            <a:spAutoFit/>
          </a:bodyPr>
          <a:lstStyle/>
          <a:p>
            <a:r>
              <a:rPr lang="en-US"/>
              <a:t>Dilation: </a:t>
            </a:r>
          </a:p>
          <a:p>
            <a:pPr marL="285750" indent="-285750">
              <a:buFont typeface="Arial" panose="020B0604020202020204" pitchFamily="34" charset="0"/>
              <a:buChar char="•"/>
            </a:pPr>
            <a:r>
              <a:rPr lang="en-US" err="1"/>
              <a:t>imdilate</a:t>
            </a:r>
            <a:r>
              <a:rPr lang="en-US"/>
              <a:t> thickens the edges </a:t>
            </a:r>
            <a:r>
              <a:rPr lang="en-US">
                <a:sym typeface="Wingdings" panose="05000000000000000000" pitchFamily="2" charset="2"/>
              </a:rPr>
              <a:t> helps connect disconnected lines</a:t>
            </a:r>
          </a:p>
          <a:p>
            <a:r>
              <a:rPr lang="en-US">
                <a:sym typeface="Wingdings" panose="05000000000000000000" pitchFamily="2" charset="2"/>
              </a:rPr>
              <a:t>Filtering: </a:t>
            </a:r>
          </a:p>
          <a:p>
            <a:pPr marL="285750" indent="-285750">
              <a:buFont typeface="Arial" panose="020B0604020202020204" pitchFamily="34" charset="0"/>
              <a:buChar char="•"/>
            </a:pPr>
            <a:r>
              <a:rPr lang="en-US" err="1">
                <a:sym typeface="Wingdings" panose="05000000000000000000" pitchFamily="2" charset="2"/>
              </a:rPr>
              <a:t>imclearborder</a:t>
            </a:r>
            <a:r>
              <a:rPr lang="en-US">
                <a:sym typeface="Wingdings" panose="05000000000000000000" pitchFamily="2" charset="2"/>
              </a:rPr>
              <a:t> removes any object touching the edge of the photo.</a:t>
            </a:r>
          </a:p>
          <a:p>
            <a:pPr marL="285750" indent="-285750">
              <a:buFont typeface="Arial" panose="020B0604020202020204" pitchFamily="34" charset="0"/>
              <a:buChar char="•"/>
            </a:pPr>
            <a:r>
              <a:rPr lang="en-US" err="1">
                <a:sym typeface="Wingdings" panose="05000000000000000000" pitchFamily="2" charset="2"/>
              </a:rPr>
              <a:t>bwareafilt</a:t>
            </a:r>
            <a:r>
              <a:rPr lang="en-US">
                <a:sym typeface="Wingdings" panose="05000000000000000000" pitchFamily="2" charset="2"/>
              </a:rPr>
              <a:t> keeps only the top 3 largest objects.</a:t>
            </a:r>
          </a:p>
          <a:p>
            <a:pPr marL="285750" indent="-285750">
              <a:buFont typeface="Arial" panose="020B0604020202020204" pitchFamily="34" charset="0"/>
              <a:buChar char="•"/>
            </a:pPr>
            <a:r>
              <a:rPr lang="en-US" err="1">
                <a:sym typeface="Wingdings" panose="05000000000000000000" pitchFamily="2" charset="2"/>
              </a:rPr>
              <a:t>Bwareaopen</a:t>
            </a:r>
            <a:r>
              <a:rPr lang="en-US">
                <a:sym typeface="Wingdings" panose="05000000000000000000" pitchFamily="2" charset="2"/>
              </a:rPr>
              <a:t>: removes small objects (noise) but based on size.</a:t>
            </a:r>
            <a:endParaRPr lang="en-US"/>
          </a:p>
        </p:txBody>
      </p:sp>
    </p:spTree>
    <p:extLst>
      <p:ext uri="{BB962C8B-B14F-4D97-AF65-F5344CB8AC3E}">
        <p14:creationId xmlns:p14="http://schemas.microsoft.com/office/powerpoint/2010/main" val="2231004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D9EA4C5-15D9-8736-7D48-9F6A1EFBC590}"/>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D6EE0EA-E0FA-D89A-B92C-66D9FE3805E9}"/>
              </a:ext>
            </a:extLst>
          </p:cNvPr>
          <p:cNvSpPr>
            <a:spLocks noGrp="1"/>
          </p:cNvSpPr>
          <p:nvPr>
            <p:ph type="title"/>
          </p:nvPr>
        </p:nvSpPr>
        <p:spPr>
          <a:xfrm>
            <a:off x="1371597" y="348865"/>
            <a:ext cx="10044023" cy="877729"/>
          </a:xfrm>
        </p:spPr>
        <p:txBody>
          <a:bodyPr vert="horz" lIns="91440" tIns="45720" rIns="91440" bIns="45720" rtlCol="0" anchor="ctr">
            <a:normAutofit/>
          </a:bodyPr>
          <a:lstStyle/>
          <a:p>
            <a:r>
              <a:rPr lang="en-US" sz="4000" kern="1200">
                <a:solidFill>
                  <a:srgbClr val="FFFFFF"/>
                </a:solidFill>
                <a:latin typeface="+mj-lt"/>
                <a:ea typeface="+mj-ea"/>
                <a:cs typeface="+mj-cs"/>
              </a:rPr>
              <a:t>Rectangular Region Detection</a:t>
            </a:r>
          </a:p>
        </p:txBody>
      </p:sp>
      <p:graphicFrame>
        <p:nvGraphicFramePr>
          <p:cNvPr id="17" name="TextBox 2">
            <a:extLst>
              <a:ext uri="{FF2B5EF4-FFF2-40B4-BE49-F238E27FC236}">
                <a16:creationId xmlns:a16="http://schemas.microsoft.com/office/drawing/2014/main" id="{D73B2E13-B418-468E-E49F-5A52C0F2B322}"/>
              </a:ext>
            </a:extLst>
          </p:cNvPr>
          <p:cNvGraphicFramePr/>
          <p:nvPr>
            <p:extLst>
              <p:ext uri="{D42A27DB-BD31-4B8C-83A1-F6EECF244321}">
                <p14:modId xmlns:p14="http://schemas.microsoft.com/office/powerpoint/2010/main" val="88862738"/>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113737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8A25445-DD2B-B9E1-7D5F-E0895604EFB7}"/>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CD297FE5-AC1F-4A85-8DAB-5E8CA72F0F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8EBC861B-E063-70B8-47CD-A60D938A2B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0CF7A465-4E86-C9F6-AA7C-82A9DDC179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B47FEFC1-44E9-B14A-AF9E-E0D87FF897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AD7591-04BE-F61E-C3FA-1BA19A65382E}"/>
              </a:ext>
            </a:extLst>
          </p:cNvPr>
          <p:cNvSpPr>
            <a:spLocks noGrp="1"/>
          </p:cNvSpPr>
          <p:nvPr>
            <p:ph type="title"/>
          </p:nvPr>
        </p:nvSpPr>
        <p:spPr>
          <a:xfrm>
            <a:off x="1371597" y="348865"/>
            <a:ext cx="10044023" cy="877729"/>
          </a:xfrm>
        </p:spPr>
        <p:txBody>
          <a:bodyPr vert="horz" lIns="91440" tIns="45720" rIns="91440" bIns="45720" rtlCol="0" anchor="ctr">
            <a:normAutofit/>
          </a:bodyPr>
          <a:lstStyle/>
          <a:p>
            <a:r>
              <a:rPr lang="en-US" sz="4000" kern="1200">
                <a:solidFill>
                  <a:srgbClr val="FFFFFF"/>
                </a:solidFill>
                <a:latin typeface="+mj-lt"/>
                <a:ea typeface="+mj-ea"/>
                <a:cs typeface="+mj-cs"/>
              </a:rPr>
              <a:t>Properties, Threshold and Ratio Definition</a:t>
            </a:r>
          </a:p>
        </p:txBody>
      </p:sp>
      <p:pic>
        <p:nvPicPr>
          <p:cNvPr id="4" name="Picture 3">
            <a:extLst>
              <a:ext uri="{FF2B5EF4-FFF2-40B4-BE49-F238E27FC236}">
                <a16:creationId xmlns:a16="http://schemas.microsoft.com/office/drawing/2014/main" id="{F7F8F881-0921-C50A-5298-171A8FB352AF}"/>
              </a:ext>
            </a:extLst>
          </p:cNvPr>
          <p:cNvPicPr>
            <a:picLocks noChangeAspect="1"/>
          </p:cNvPicPr>
          <p:nvPr/>
        </p:nvPicPr>
        <p:blipFill>
          <a:blip r:embed="rId3"/>
          <a:stretch>
            <a:fillRect/>
          </a:stretch>
        </p:blipFill>
        <p:spPr>
          <a:xfrm>
            <a:off x="337176" y="1924820"/>
            <a:ext cx="5058481" cy="1095528"/>
          </a:xfrm>
          <a:prstGeom prst="rect">
            <a:avLst/>
          </a:prstGeom>
        </p:spPr>
      </p:pic>
      <p:pic>
        <p:nvPicPr>
          <p:cNvPr id="6" name="Picture 5">
            <a:extLst>
              <a:ext uri="{FF2B5EF4-FFF2-40B4-BE49-F238E27FC236}">
                <a16:creationId xmlns:a16="http://schemas.microsoft.com/office/drawing/2014/main" id="{F10F032C-5498-668F-8EAB-98DF1A0734BB}"/>
              </a:ext>
            </a:extLst>
          </p:cNvPr>
          <p:cNvPicPr>
            <a:picLocks noChangeAspect="1"/>
          </p:cNvPicPr>
          <p:nvPr/>
        </p:nvPicPr>
        <p:blipFill>
          <a:blip r:embed="rId4"/>
          <a:stretch>
            <a:fillRect/>
          </a:stretch>
        </p:blipFill>
        <p:spPr>
          <a:xfrm>
            <a:off x="337176" y="3020348"/>
            <a:ext cx="6115904" cy="504895"/>
          </a:xfrm>
          <a:prstGeom prst="rect">
            <a:avLst/>
          </a:prstGeom>
        </p:spPr>
      </p:pic>
      <p:sp>
        <p:nvSpPr>
          <p:cNvPr id="7" name="TextBox 6">
            <a:extLst>
              <a:ext uri="{FF2B5EF4-FFF2-40B4-BE49-F238E27FC236}">
                <a16:creationId xmlns:a16="http://schemas.microsoft.com/office/drawing/2014/main" id="{F20AEFBA-0599-7789-B72B-E11086F0AFD7}"/>
              </a:ext>
            </a:extLst>
          </p:cNvPr>
          <p:cNvSpPr txBox="1"/>
          <p:nvPr/>
        </p:nvSpPr>
        <p:spPr>
          <a:xfrm>
            <a:off x="337176" y="4620771"/>
            <a:ext cx="11078444" cy="1200329"/>
          </a:xfrm>
          <a:prstGeom prst="rect">
            <a:avLst/>
          </a:prstGeom>
          <a:noFill/>
        </p:spPr>
        <p:txBody>
          <a:bodyPr wrap="square" rtlCol="0">
            <a:spAutoFit/>
          </a:bodyPr>
          <a:lstStyle/>
          <a:p>
            <a:r>
              <a:rPr lang="en-US"/>
              <a:t>We got 3 different regions </a:t>
            </a:r>
            <a:r>
              <a:rPr lang="en-US">
                <a:sym typeface="Wingdings" panose="05000000000000000000" pitchFamily="2" charset="2"/>
              </a:rPr>
              <a:t> get their properties (‘</a:t>
            </a:r>
            <a:r>
              <a:rPr lang="en-US" err="1">
                <a:sym typeface="Wingdings" panose="05000000000000000000" pitchFamily="2" charset="2"/>
              </a:rPr>
              <a:t>BoundingBox</a:t>
            </a:r>
            <a:r>
              <a:rPr lang="en-US">
                <a:sym typeface="Wingdings" panose="05000000000000000000" pitchFamily="2" charset="2"/>
              </a:rPr>
              <a:t>’ and ‘Area’)</a:t>
            </a:r>
          </a:p>
          <a:p>
            <a:pPr marL="285750" indent="-285750">
              <a:buFont typeface="Arial" panose="020B0604020202020204" pitchFamily="34" charset="0"/>
              <a:buChar char="•"/>
            </a:pPr>
            <a:r>
              <a:rPr lang="en-US">
                <a:sym typeface="Wingdings" panose="05000000000000000000" pitchFamily="2" charset="2"/>
              </a:rPr>
              <a:t>Area: total number of pixels in a region</a:t>
            </a:r>
          </a:p>
          <a:p>
            <a:pPr marL="285750" indent="-285750">
              <a:buFont typeface="Arial" panose="020B0604020202020204" pitchFamily="34" charset="0"/>
              <a:buChar char="•"/>
            </a:pPr>
            <a:r>
              <a:rPr lang="en-US" err="1">
                <a:sym typeface="Wingdings" panose="05000000000000000000" pitchFamily="2" charset="2"/>
              </a:rPr>
              <a:t>BoundingBox</a:t>
            </a:r>
            <a:r>
              <a:rPr lang="en-US">
                <a:sym typeface="Wingdings" panose="05000000000000000000" pitchFamily="2" charset="2"/>
              </a:rPr>
              <a:t>: smallest rectangle that can completely contain a region (Even if the region is not a rectangle).</a:t>
            </a:r>
          </a:p>
          <a:p>
            <a:r>
              <a:rPr lang="en-US">
                <a:sym typeface="Wingdings" panose="05000000000000000000" pitchFamily="2" charset="2"/>
              </a:rPr>
              <a:t>Getting the current area and ratio of each region.</a:t>
            </a:r>
            <a:endParaRPr lang="en-US"/>
          </a:p>
        </p:txBody>
      </p:sp>
      <p:pic>
        <p:nvPicPr>
          <p:cNvPr id="9" name="Picture 8">
            <a:extLst>
              <a:ext uri="{FF2B5EF4-FFF2-40B4-BE49-F238E27FC236}">
                <a16:creationId xmlns:a16="http://schemas.microsoft.com/office/drawing/2014/main" id="{C6ABD57A-4637-F445-5F0F-BB54A2F4452B}"/>
              </a:ext>
            </a:extLst>
          </p:cNvPr>
          <p:cNvPicPr>
            <a:picLocks noChangeAspect="1"/>
          </p:cNvPicPr>
          <p:nvPr/>
        </p:nvPicPr>
        <p:blipFill>
          <a:blip r:embed="rId5"/>
          <a:stretch>
            <a:fillRect/>
          </a:stretch>
        </p:blipFill>
        <p:spPr>
          <a:xfrm>
            <a:off x="6580828" y="1828940"/>
            <a:ext cx="3611248" cy="1600060"/>
          </a:xfrm>
          <a:prstGeom prst="rect">
            <a:avLst/>
          </a:prstGeom>
        </p:spPr>
      </p:pic>
    </p:spTree>
    <p:extLst>
      <p:ext uri="{BB962C8B-B14F-4D97-AF65-F5344CB8AC3E}">
        <p14:creationId xmlns:p14="http://schemas.microsoft.com/office/powerpoint/2010/main" val="40273981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857F4EC-6110-C257-25FF-ACCF1B00D192}"/>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CD383675-23EE-627C-1A4B-DB37B058B5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903AC0AE-27B7-11A6-25ED-BFCEECF3CB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2AE021D8-EF40-80ED-87D0-2C1EA3DC74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DBD9F174-FB50-4928-56D1-A8F2EC7DC7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0D679AB-48A4-3BF9-BB2A-CAFF582D8089}"/>
              </a:ext>
            </a:extLst>
          </p:cNvPr>
          <p:cNvSpPr>
            <a:spLocks noGrp="1"/>
          </p:cNvSpPr>
          <p:nvPr>
            <p:ph type="title"/>
          </p:nvPr>
        </p:nvSpPr>
        <p:spPr>
          <a:xfrm>
            <a:off x="1371597" y="348865"/>
            <a:ext cx="10044023" cy="877729"/>
          </a:xfrm>
        </p:spPr>
        <p:txBody>
          <a:bodyPr vert="horz" lIns="91440" tIns="45720" rIns="91440" bIns="45720" rtlCol="0" anchor="ctr">
            <a:normAutofit/>
          </a:bodyPr>
          <a:lstStyle/>
          <a:p>
            <a:r>
              <a:rPr lang="en-US" sz="4000" kern="1200">
                <a:solidFill>
                  <a:srgbClr val="FFFFFF"/>
                </a:solidFill>
                <a:latin typeface="+mj-lt"/>
                <a:ea typeface="+mj-ea"/>
                <a:cs typeface="+mj-cs"/>
              </a:rPr>
              <a:t>Conditions Check</a:t>
            </a:r>
          </a:p>
        </p:txBody>
      </p:sp>
      <p:sp>
        <p:nvSpPr>
          <p:cNvPr id="7" name="TextBox 6">
            <a:extLst>
              <a:ext uri="{FF2B5EF4-FFF2-40B4-BE49-F238E27FC236}">
                <a16:creationId xmlns:a16="http://schemas.microsoft.com/office/drawing/2014/main" id="{3CACDA8E-B51B-7312-E8F5-C3E12B01D1B5}"/>
              </a:ext>
            </a:extLst>
          </p:cNvPr>
          <p:cNvSpPr txBox="1"/>
          <p:nvPr/>
        </p:nvSpPr>
        <p:spPr>
          <a:xfrm>
            <a:off x="6233296" y="1767841"/>
            <a:ext cx="5182324" cy="1754326"/>
          </a:xfrm>
          <a:prstGeom prst="rect">
            <a:avLst/>
          </a:prstGeom>
          <a:noFill/>
        </p:spPr>
        <p:txBody>
          <a:bodyPr wrap="square" rtlCol="0">
            <a:spAutoFit/>
          </a:bodyPr>
          <a:lstStyle/>
          <a:p>
            <a:pPr marL="285750" indent="-285750">
              <a:buFont typeface="Arial" panose="020B0604020202020204" pitchFamily="34" charset="0"/>
              <a:buChar char="•"/>
            </a:pPr>
            <a:r>
              <a:rPr lang="en-US"/>
              <a:t>Check for Area to be above required minimum threshold</a:t>
            </a:r>
          </a:p>
          <a:p>
            <a:pPr marL="285750" indent="-285750">
              <a:buFont typeface="Arial" panose="020B0604020202020204" pitchFamily="34" charset="0"/>
              <a:buChar char="•"/>
            </a:pPr>
            <a:r>
              <a:rPr lang="en-US"/>
              <a:t>Check for ratio to be similar to rectangle rather than a square</a:t>
            </a:r>
          </a:p>
          <a:p>
            <a:pPr marL="285750" indent="-285750">
              <a:buFont typeface="Arial" panose="020B0604020202020204" pitchFamily="34" charset="0"/>
              <a:buChar char="•"/>
            </a:pPr>
            <a:r>
              <a:rPr lang="en-US"/>
              <a:t>Check for the ratio difference for similarity with generic ratio of license plates.</a:t>
            </a:r>
          </a:p>
        </p:txBody>
      </p:sp>
      <p:pic>
        <p:nvPicPr>
          <p:cNvPr id="5" name="Picture 4">
            <a:extLst>
              <a:ext uri="{FF2B5EF4-FFF2-40B4-BE49-F238E27FC236}">
                <a16:creationId xmlns:a16="http://schemas.microsoft.com/office/drawing/2014/main" id="{8068E7F8-A4DF-7BFE-790C-FEE2FA830318}"/>
              </a:ext>
            </a:extLst>
          </p:cNvPr>
          <p:cNvPicPr>
            <a:picLocks noChangeAspect="1"/>
          </p:cNvPicPr>
          <p:nvPr/>
        </p:nvPicPr>
        <p:blipFill>
          <a:blip r:embed="rId3"/>
          <a:stretch>
            <a:fillRect/>
          </a:stretch>
        </p:blipFill>
        <p:spPr>
          <a:xfrm>
            <a:off x="255799" y="1689088"/>
            <a:ext cx="5182323" cy="3410426"/>
          </a:xfrm>
          <a:prstGeom prst="rect">
            <a:avLst/>
          </a:prstGeom>
        </p:spPr>
      </p:pic>
    </p:spTree>
    <p:extLst>
      <p:ext uri="{BB962C8B-B14F-4D97-AF65-F5344CB8AC3E}">
        <p14:creationId xmlns:p14="http://schemas.microsoft.com/office/powerpoint/2010/main" val="7594757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267A740-FA03-1606-7C8A-68FBC825FA80}"/>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33714CC3-8571-45DD-61F6-2F2B2ED36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CC08FF02-7AAA-F1C8-AE9C-5BC7DFA034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4B4A2925-3F25-1AC0-9907-7A891F125B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1B6E03E7-D15D-EEED-590F-4D0E23E607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A1E8297-F3E4-56F9-84BE-A77AEE17205E}"/>
              </a:ext>
            </a:extLst>
          </p:cNvPr>
          <p:cNvSpPr>
            <a:spLocks noGrp="1"/>
          </p:cNvSpPr>
          <p:nvPr>
            <p:ph type="title"/>
          </p:nvPr>
        </p:nvSpPr>
        <p:spPr>
          <a:xfrm>
            <a:off x="1371597" y="348865"/>
            <a:ext cx="10044023" cy="877729"/>
          </a:xfrm>
        </p:spPr>
        <p:txBody>
          <a:bodyPr vert="horz" lIns="91440" tIns="45720" rIns="91440" bIns="45720" rtlCol="0" anchor="ctr">
            <a:normAutofit/>
          </a:bodyPr>
          <a:lstStyle/>
          <a:p>
            <a:r>
              <a:rPr lang="en-US" sz="4000" kern="1200">
                <a:solidFill>
                  <a:srgbClr val="FFFFFF"/>
                </a:solidFill>
                <a:latin typeface="+mj-lt"/>
                <a:ea typeface="+mj-ea"/>
                <a:cs typeface="+mj-cs"/>
              </a:rPr>
              <a:t>Plate Detected!</a:t>
            </a:r>
          </a:p>
        </p:txBody>
      </p:sp>
      <p:pic>
        <p:nvPicPr>
          <p:cNvPr id="4" name="Picture 3">
            <a:extLst>
              <a:ext uri="{FF2B5EF4-FFF2-40B4-BE49-F238E27FC236}">
                <a16:creationId xmlns:a16="http://schemas.microsoft.com/office/drawing/2014/main" id="{1D49125B-1509-2078-9BB9-733960366B8A}"/>
              </a:ext>
            </a:extLst>
          </p:cNvPr>
          <p:cNvPicPr>
            <a:picLocks noChangeAspect="1"/>
          </p:cNvPicPr>
          <p:nvPr/>
        </p:nvPicPr>
        <p:blipFill>
          <a:blip r:embed="rId3"/>
          <a:stretch>
            <a:fillRect/>
          </a:stretch>
        </p:blipFill>
        <p:spPr>
          <a:xfrm>
            <a:off x="1147072" y="2004813"/>
            <a:ext cx="8688550" cy="2242067"/>
          </a:xfrm>
          <a:prstGeom prst="rect">
            <a:avLst/>
          </a:prstGeom>
        </p:spPr>
      </p:pic>
      <p:pic>
        <p:nvPicPr>
          <p:cNvPr id="8" name="Picture 7">
            <a:extLst>
              <a:ext uri="{FF2B5EF4-FFF2-40B4-BE49-F238E27FC236}">
                <a16:creationId xmlns:a16="http://schemas.microsoft.com/office/drawing/2014/main" id="{666AD4F9-4EA1-53F9-EEE4-E9FA66E04633}"/>
              </a:ext>
            </a:extLst>
          </p:cNvPr>
          <p:cNvPicPr>
            <a:picLocks noChangeAspect="1"/>
          </p:cNvPicPr>
          <p:nvPr/>
        </p:nvPicPr>
        <p:blipFill>
          <a:blip r:embed="rId4"/>
          <a:stretch>
            <a:fillRect/>
          </a:stretch>
        </p:blipFill>
        <p:spPr>
          <a:xfrm>
            <a:off x="1468120" y="4207557"/>
            <a:ext cx="8519160" cy="2600293"/>
          </a:xfrm>
          <a:prstGeom prst="rect">
            <a:avLst/>
          </a:prstGeom>
        </p:spPr>
      </p:pic>
    </p:spTree>
    <p:extLst>
      <p:ext uri="{BB962C8B-B14F-4D97-AF65-F5344CB8AC3E}">
        <p14:creationId xmlns:p14="http://schemas.microsoft.com/office/powerpoint/2010/main" val="37348891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790BE2-4E4F-4AAF-81A2-4A6F4885E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D28B54C3-B57B-472A-B96E-1FCB670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12191999"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DB3C429-F8DA-49B9-AF84-21996FCF7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
            <a:ext cx="12192000" cy="6402581"/>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12088DD-B1AD-40E0-8B86-1D87A2CCD9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63054" y="-2653923"/>
            <a:ext cx="6858001" cy="12165846"/>
          </a:xfrm>
          <a:prstGeom prst="rect">
            <a:avLst/>
          </a:prstGeom>
          <a:gradFill>
            <a:gsLst>
              <a:gs pos="13000">
                <a:schemeClr val="accent1">
                  <a:lumMod val="50000"/>
                  <a:alpha val="0"/>
                </a:schemeClr>
              </a:gs>
              <a:gs pos="99000">
                <a:srgbClr val="000000">
                  <a:alpha val="28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4C9F2B0-1044-46EB-8AEB-C3BFFDE6C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94763" y="0"/>
            <a:ext cx="6096001" cy="6858000"/>
          </a:xfrm>
          <a:prstGeom prst="rect">
            <a:avLst/>
          </a:prstGeom>
          <a:gradFill>
            <a:gsLst>
              <a:gs pos="13000">
                <a:schemeClr val="accent1">
                  <a:lumMod val="50000"/>
                  <a:alpha val="0"/>
                </a:schemeClr>
              </a:gs>
              <a:gs pos="99000">
                <a:schemeClr val="accent1">
                  <a:lumMod val="75000"/>
                  <a:alpha val="50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C395952-4E26-45A2-8756-2ADFD6E53C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3"/>
            <a:ext cx="12182871" cy="6871922"/>
          </a:xfrm>
          <a:prstGeom prst="rect">
            <a:avLst/>
          </a:prstGeom>
          <a:gradFill>
            <a:gsLst>
              <a:gs pos="13000">
                <a:srgbClr val="000000">
                  <a:alpha val="35000"/>
                </a:srgbClr>
              </a:gs>
              <a:gs pos="99000">
                <a:schemeClr val="accent1">
                  <a:lumMod val="75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4734BADF-9461-4621-B112-2D7BABEA7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7713" y="4049"/>
            <a:ext cx="10216576" cy="4729040"/>
          </a:xfrm>
          <a:custGeom>
            <a:avLst/>
            <a:gdLst>
              <a:gd name="connsiteX0" fmla="*/ 0 w 10216576"/>
              <a:gd name="connsiteY0" fmla="*/ 0 h 4729040"/>
              <a:gd name="connsiteX1" fmla="*/ 10216576 w 10216576"/>
              <a:gd name="connsiteY1" fmla="*/ 0 h 4729040"/>
              <a:gd name="connsiteX2" fmla="*/ 10210268 w 10216576"/>
              <a:gd name="connsiteY2" fmla="*/ 124944 h 4729040"/>
              <a:gd name="connsiteX3" fmla="*/ 5108288 w 10216576"/>
              <a:gd name="connsiteY3" fmla="*/ 4729040 h 4729040"/>
              <a:gd name="connsiteX4" fmla="*/ 6309 w 10216576"/>
              <a:gd name="connsiteY4" fmla="*/ 124944 h 4729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6576" h="4729040">
                <a:moveTo>
                  <a:pt x="0" y="0"/>
                </a:moveTo>
                <a:lnTo>
                  <a:pt x="10216576" y="0"/>
                </a:lnTo>
                <a:lnTo>
                  <a:pt x="10210268" y="124944"/>
                </a:lnTo>
                <a:cubicBezTo>
                  <a:pt x="9947637" y="2710997"/>
                  <a:pt x="7763635" y="4729040"/>
                  <a:pt x="5108288" y="4729040"/>
                </a:cubicBezTo>
                <a:cubicBezTo>
                  <a:pt x="2452942" y="4729040"/>
                  <a:pt x="268937" y="2710997"/>
                  <a:pt x="6309" y="124944"/>
                </a:cubicBezTo>
                <a:close/>
              </a:path>
            </a:pathLst>
          </a:custGeom>
          <a:gradFill>
            <a:gsLst>
              <a:gs pos="7000">
                <a:schemeClr val="accent1">
                  <a:lumMod val="50000"/>
                  <a:alpha val="4000"/>
                </a:schemeClr>
              </a:gs>
              <a:gs pos="99000">
                <a:schemeClr val="accent1">
                  <a:alpha val="24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00D6791C-BD6F-B1C4-BD70-6C294D41CA83}"/>
              </a:ext>
            </a:extLst>
          </p:cNvPr>
          <p:cNvSpPr>
            <a:spLocks noGrp="1"/>
          </p:cNvSpPr>
          <p:nvPr>
            <p:ph type="title"/>
          </p:nvPr>
        </p:nvSpPr>
        <p:spPr>
          <a:xfrm>
            <a:off x="2026693" y="1030406"/>
            <a:ext cx="8147713" cy="3081242"/>
          </a:xfrm>
        </p:spPr>
        <p:txBody>
          <a:bodyPr vert="horz" lIns="91440" tIns="45720" rIns="91440" bIns="45720" rtlCol="0" anchor="ctr">
            <a:normAutofit/>
          </a:bodyPr>
          <a:lstStyle/>
          <a:p>
            <a:pPr algn="ctr"/>
            <a:r>
              <a:rPr lang="en-US" sz="4800" kern="1200">
                <a:solidFill>
                  <a:srgbClr val="FFFFFF"/>
                </a:solidFill>
                <a:latin typeface="+mj-lt"/>
                <a:ea typeface="+mj-ea"/>
                <a:cs typeface="+mj-cs"/>
              </a:rPr>
              <a:t>Phase 2: Character Detection</a:t>
            </a:r>
          </a:p>
        </p:txBody>
      </p:sp>
    </p:spTree>
    <p:extLst>
      <p:ext uri="{BB962C8B-B14F-4D97-AF65-F5344CB8AC3E}">
        <p14:creationId xmlns:p14="http://schemas.microsoft.com/office/powerpoint/2010/main" val="21514336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6355339-1B2C-E70F-F00F-0E8CBED8028C}"/>
              </a:ext>
            </a:extLst>
          </p:cNvPr>
          <p:cNvSpPr>
            <a:spLocks noGrp="1"/>
          </p:cNvSpPr>
          <p:nvPr>
            <p:ph type="title"/>
          </p:nvPr>
        </p:nvSpPr>
        <p:spPr>
          <a:xfrm>
            <a:off x="640080" y="325369"/>
            <a:ext cx="4368602" cy="1956841"/>
          </a:xfrm>
          <a:ln>
            <a:solidFill>
              <a:schemeClr val="tx2">
                <a:lumMod val="75000"/>
                <a:lumOff val="25000"/>
              </a:schemeClr>
            </a:solidFill>
          </a:ln>
        </p:spPr>
        <p:style>
          <a:lnRef idx="2">
            <a:schemeClr val="accent1"/>
          </a:lnRef>
          <a:fillRef idx="1">
            <a:schemeClr val="lt1"/>
          </a:fillRef>
          <a:effectRef idx="0">
            <a:schemeClr val="accent1"/>
          </a:effectRef>
          <a:fontRef idx="minor">
            <a:schemeClr val="dk1"/>
          </a:fontRef>
        </p:style>
        <p:txBody>
          <a:bodyPr vert="horz" lIns="91440" tIns="45720" rIns="91440" bIns="45720" rtlCol="0" anchor="b">
            <a:normAutofit/>
          </a:bodyPr>
          <a:lstStyle/>
          <a:p>
            <a:r>
              <a:rPr lang="en-US" sz="3000"/>
              <a:t>Plate number and region reading from plate using OCR and MSER</a:t>
            </a:r>
          </a:p>
        </p:txBody>
      </p:sp>
      <p:sp>
        <p:nvSpPr>
          <p:cNvPr id="12"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C22A4B3-0185-E358-BFDA-0466810FF964}"/>
              </a:ext>
            </a:extLst>
          </p:cNvPr>
          <p:cNvSpPr txBox="1"/>
          <p:nvPr/>
        </p:nvSpPr>
        <p:spPr>
          <a:xfrm>
            <a:off x="447730" y="2858103"/>
            <a:ext cx="4243589" cy="3320668"/>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indent="-228600">
              <a:lnSpc>
                <a:spcPct val="90000"/>
              </a:lnSpc>
              <a:spcAft>
                <a:spcPts val="600"/>
              </a:spcAft>
              <a:buFont typeface="Arial" panose="020B0604020202020204" pitchFamily="34" charset="0"/>
              <a:buChar char="•"/>
            </a:pPr>
            <a:r>
              <a:rPr lang="en-US" sz="2200"/>
              <a:t>It is a two-step procedure: segmentation and reading text from the image</a:t>
            </a:r>
          </a:p>
          <a:p>
            <a:pPr indent="-228600">
              <a:lnSpc>
                <a:spcPct val="90000"/>
              </a:lnSpc>
              <a:spcAft>
                <a:spcPts val="600"/>
              </a:spcAft>
              <a:buFont typeface="Arial" panose="020B0604020202020204" pitchFamily="34" charset="0"/>
              <a:buChar char="•"/>
            </a:pPr>
            <a:endParaRPr lang="en-US" sz="2200"/>
          </a:p>
          <a:p>
            <a:pPr indent="-228600">
              <a:lnSpc>
                <a:spcPct val="90000"/>
              </a:lnSpc>
              <a:spcAft>
                <a:spcPts val="600"/>
              </a:spcAft>
              <a:buFont typeface="Arial" panose="020B0604020202020204" pitchFamily="34" charset="0"/>
              <a:buChar char="•"/>
            </a:pPr>
            <a:r>
              <a:rPr lang="en-US" sz="2200"/>
              <a:t>MSER is first applied then after segmenting the text regions, OCR is applied to the regions that contain text to determine the character strings present in the segmented region.</a:t>
            </a:r>
          </a:p>
        </p:txBody>
      </p:sp>
      <p:pic>
        <p:nvPicPr>
          <p:cNvPr id="5" name="Picture 4" descr="A sign with multicolored text&#10;&#10;AI-generated content may be incorrect.">
            <a:extLst>
              <a:ext uri="{FF2B5EF4-FFF2-40B4-BE49-F238E27FC236}">
                <a16:creationId xmlns:a16="http://schemas.microsoft.com/office/drawing/2014/main" id="{F1B32BD9-CD76-072C-E1FF-6D26DC1F873C}"/>
              </a:ext>
            </a:extLst>
          </p:cNvPr>
          <p:cNvPicPr>
            <a:picLocks noChangeAspect="1"/>
          </p:cNvPicPr>
          <p:nvPr/>
        </p:nvPicPr>
        <p:blipFill>
          <a:blip r:embed="rId2"/>
          <a:srcRect l="9558" r="17288" b="1"/>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6" name="Rectangle 5">
            <a:extLst>
              <a:ext uri="{FF2B5EF4-FFF2-40B4-BE49-F238E27FC236}">
                <a16:creationId xmlns:a16="http://schemas.microsoft.com/office/drawing/2014/main" id="{DF5D9C08-44CC-6CD4-C9C6-3BF406F11382}"/>
              </a:ext>
            </a:extLst>
          </p:cNvPr>
          <p:cNvSpPr/>
          <p:nvPr/>
        </p:nvSpPr>
        <p:spPr>
          <a:xfrm>
            <a:off x="645762" y="335796"/>
            <a:ext cx="4365355" cy="5682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702640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0600EF1-EC60-0F2F-4666-447637FF750D}"/>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6A91690-1B85-D446-FD7C-8A51DA2B02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3E04872-B586-7F45-6A44-0E8C4C56EA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818BB9E-98A2-2726-DB3E-37FCF0C8C2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58CBB1D-91CC-590D-2459-79220C7D18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DDF7E8D-BD15-2287-9FF4-03DA1D1B31DB}"/>
              </a:ext>
            </a:extLst>
          </p:cNvPr>
          <p:cNvSpPr>
            <a:spLocks noGrp="1"/>
          </p:cNvSpPr>
          <p:nvPr>
            <p:ph type="title"/>
          </p:nvPr>
        </p:nvSpPr>
        <p:spPr>
          <a:xfrm>
            <a:off x="1371597" y="348865"/>
            <a:ext cx="10044023" cy="877729"/>
          </a:xfrm>
        </p:spPr>
        <p:txBody>
          <a:bodyPr anchor="ctr">
            <a:normAutofit/>
          </a:bodyPr>
          <a:lstStyle/>
          <a:p>
            <a:r>
              <a:rPr lang="en-US" sz="4000">
                <a:solidFill>
                  <a:schemeClr val="bg1"/>
                </a:solidFill>
                <a:latin typeface="Aptos Display"/>
                <a:ea typeface="Roboto"/>
                <a:cs typeface="Roboto"/>
              </a:rPr>
              <a:t>Removing Non-Text Regions</a:t>
            </a:r>
          </a:p>
        </p:txBody>
      </p:sp>
      <p:sp>
        <p:nvSpPr>
          <p:cNvPr id="3" name="TextBox 2">
            <a:extLst>
              <a:ext uri="{FF2B5EF4-FFF2-40B4-BE49-F238E27FC236}">
                <a16:creationId xmlns:a16="http://schemas.microsoft.com/office/drawing/2014/main" id="{C901B0FA-CD90-D27F-5CD6-85754B93C844}"/>
              </a:ext>
            </a:extLst>
          </p:cNvPr>
          <p:cNvSpPr txBox="1"/>
          <p:nvPr/>
        </p:nvSpPr>
        <p:spPr>
          <a:xfrm>
            <a:off x="77491" y="1743559"/>
            <a:ext cx="5308169"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solidFill>
                  <a:srgbClr val="000000"/>
                </a:solidFill>
                <a:latin typeface="Aptos"/>
                <a:ea typeface="Roboto"/>
                <a:cs typeface="Roboto"/>
              </a:rPr>
              <a:t>Geometric properties of text can be used to filter out non-text regions using simple thresholds. Alternatively, you can use a machine learning approach to train a text vs. non-text classifier.</a:t>
            </a:r>
            <a:endParaRPr lang="en-US"/>
          </a:p>
        </p:txBody>
      </p:sp>
      <p:sp>
        <p:nvSpPr>
          <p:cNvPr id="5" name="TextBox 4">
            <a:extLst>
              <a:ext uri="{FF2B5EF4-FFF2-40B4-BE49-F238E27FC236}">
                <a16:creationId xmlns:a16="http://schemas.microsoft.com/office/drawing/2014/main" id="{D38ED12F-BC6D-A7F1-5C13-4B86DE8F11E1}"/>
              </a:ext>
            </a:extLst>
          </p:cNvPr>
          <p:cNvSpPr txBox="1"/>
          <p:nvPr/>
        </p:nvSpPr>
        <p:spPr>
          <a:xfrm>
            <a:off x="193728" y="3112576"/>
            <a:ext cx="408122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t>Some of these geometric properties are:</a:t>
            </a:r>
            <a:endParaRPr lang="en-US">
              <a:latin typeface="Aptos Display"/>
            </a:endParaRPr>
          </a:p>
          <a:p>
            <a:endParaRPr lang="en-GB"/>
          </a:p>
        </p:txBody>
      </p:sp>
      <p:pic>
        <p:nvPicPr>
          <p:cNvPr id="6" name="Picture 5" descr="A screen shot of a computer code&#10;&#10;AI-generated content may be incorrect.">
            <a:extLst>
              <a:ext uri="{FF2B5EF4-FFF2-40B4-BE49-F238E27FC236}">
                <a16:creationId xmlns:a16="http://schemas.microsoft.com/office/drawing/2014/main" id="{FDF508BA-A102-2C3F-3562-62EE73AC3B93}"/>
              </a:ext>
            </a:extLst>
          </p:cNvPr>
          <p:cNvPicPr>
            <a:picLocks noChangeAspect="1"/>
          </p:cNvPicPr>
          <p:nvPr/>
        </p:nvPicPr>
        <p:blipFill>
          <a:blip r:embed="rId2"/>
          <a:stretch>
            <a:fillRect/>
          </a:stretch>
        </p:blipFill>
        <p:spPr>
          <a:xfrm>
            <a:off x="5289927" y="2228043"/>
            <a:ext cx="6584519" cy="4455440"/>
          </a:xfrm>
          <a:prstGeom prst="rect">
            <a:avLst/>
          </a:prstGeom>
        </p:spPr>
      </p:pic>
      <p:graphicFrame>
        <p:nvGraphicFramePr>
          <p:cNvPr id="7" name="Diagram 6">
            <a:extLst>
              <a:ext uri="{FF2B5EF4-FFF2-40B4-BE49-F238E27FC236}">
                <a16:creationId xmlns:a16="http://schemas.microsoft.com/office/drawing/2014/main" id="{35F6AF02-8C57-BAF9-15D1-3252AD1ACE8A}"/>
              </a:ext>
            </a:extLst>
          </p:cNvPr>
          <p:cNvGraphicFramePr/>
          <p:nvPr>
            <p:extLst>
              <p:ext uri="{D42A27DB-BD31-4B8C-83A1-F6EECF244321}">
                <p14:modId xmlns:p14="http://schemas.microsoft.com/office/powerpoint/2010/main" val="2262624051"/>
              </p:ext>
            </p:extLst>
          </p:nvPr>
        </p:nvGraphicFramePr>
        <p:xfrm>
          <a:off x="193729" y="3576234"/>
          <a:ext cx="4572000" cy="295371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333862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CE2581E-19A6-2E00-DBF8-998236E312B0}"/>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A93A658-92DB-7C1B-81E3-29DB6EEB75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16743C7-7FB0-AFFE-0E33-2D5D17C2F8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0A14913-300E-CF38-0537-2CBEFF942A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6627CA61-1903-9B55-6051-CF699DD3FB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A65B1F4-3DD2-B20E-547E-4245CD3B381A}"/>
              </a:ext>
            </a:extLst>
          </p:cNvPr>
          <p:cNvSpPr>
            <a:spLocks noGrp="1"/>
          </p:cNvSpPr>
          <p:nvPr>
            <p:ph type="title"/>
          </p:nvPr>
        </p:nvSpPr>
        <p:spPr>
          <a:xfrm>
            <a:off x="1371597" y="348865"/>
            <a:ext cx="10044023" cy="877729"/>
          </a:xfrm>
        </p:spPr>
        <p:txBody>
          <a:bodyPr anchor="ctr">
            <a:normAutofit fontScale="90000"/>
          </a:bodyPr>
          <a:lstStyle/>
          <a:p>
            <a:r>
              <a:rPr lang="en-US" sz="4000">
                <a:solidFill>
                  <a:srgbClr val="FFFFFF"/>
                </a:solidFill>
              </a:rPr>
              <a:t>Comparison of before and after removal of non-text elements</a:t>
            </a:r>
          </a:p>
        </p:txBody>
      </p:sp>
      <p:sp>
        <p:nvSpPr>
          <p:cNvPr id="4" name="Content Placeholder 3">
            <a:extLst>
              <a:ext uri="{FF2B5EF4-FFF2-40B4-BE49-F238E27FC236}">
                <a16:creationId xmlns:a16="http://schemas.microsoft.com/office/drawing/2014/main" id="{4A8DFBEA-18B9-2B0E-8C94-A61D8B44C577}"/>
              </a:ext>
            </a:extLst>
          </p:cNvPr>
          <p:cNvSpPr>
            <a:spLocks noGrp="1"/>
          </p:cNvSpPr>
          <p:nvPr>
            <p:ph idx="1"/>
          </p:nvPr>
        </p:nvSpPr>
        <p:spPr/>
        <p:txBody>
          <a:bodyPr vert="horz" lIns="91440" tIns="45720" rIns="91440" bIns="45720" rtlCol="0" anchor="t">
            <a:normAutofit/>
          </a:bodyPr>
          <a:lstStyle/>
          <a:p>
            <a:pPr marL="0" indent="0">
              <a:buNone/>
            </a:pPr>
            <a:endParaRPr lang="en-US" sz="6000"/>
          </a:p>
          <a:p>
            <a:endParaRPr lang="en-US" sz="6000"/>
          </a:p>
        </p:txBody>
      </p:sp>
      <p:pic>
        <p:nvPicPr>
          <p:cNvPr id="5" name="Picture 4" descr="A close up of a sign&#10;&#10;AI-generated content may be incorrect.">
            <a:extLst>
              <a:ext uri="{FF2B5EF4-FFF2-40B4-BE49-F238E27FC236}">
                <a16:creationId xmlns:a16="http://schemas.microsoft.com/office/drawing/2014/main" id="{FFCC7B84-7A2C-4F05-5C11-C70880962642}"/>
              </a:ext>
            </a:extLst>
          </p:cNvPr>
          <p:cNvPicPr>
            <a:picLocks noChangeAspect="1"/>
          </p:cNvPicPr>
          <p:nvPr/>
        </p:nvPicPr>
        <p:blipFill>
          <a:blip r:embed="rId2"/>
          <a:stretch>
            <a:fillRect/>
          </a:stretch>
        </p:blipFill>
        <p:spPr>
          <a:xfrm>
            <a:off x="0" y="2146233"/>
            <a:ext cx="5607353" cy="3701762"/>
          </a:xfrm>
          <a:prstGeom prst="rect">
            <a:avLst/>
          </a:prstGeom>
        </p:spPr>
      </p:pic>
      <p:pic>
        <p:nvPicPr>
          <p:cNvPr id="6" name="Picture 5">
            <a:extLst>
              <a:ext uri="{FF2B5EF4-FFF2-40B4-BE49-F238E27FC236}">
                <a16:creationId xmlns:a16="http://schemas.microsoft.com/office/drawing/2014/main" id="{84568F10-CF33-9A56-0098-EADDD7A863EA}"/>
              </a:ext>
            </a:extLst>
          </p:cNvPr>
          <p:cNvPicPr>
            <a:picLocks noChangeAspect="1"/>
          </p:cNvPicPr>
          <p:nvPr/>
        </p:nvPicPr>
        <p:blipFill>
          <a:blip r:embed="rId3"/>
          <a:stretch>
            <a:fillRect/>
          </a:stretch>
        </p:blipFill>
        <p:spPr>
          <a:xfrm>
            <a:off x="6199321" y="2143097"/>
            <a:ext cx="5992679" cy="3695431"/>
          </a:xfrm>
          <a:prstGeom prst="rect">
            <a:avLst/>
          </a:prstGeom>
        </p:spPr>
      </p:pic>
    </p:spTree>
    <p:extLst>
      <p:ext uri="{BB962C8B-B14F-4D97-AF65-F5344CB8AC3E}">
        <p14:creationId xmlns:p14="http://schemas.microsoft.com/office/powerpoint/2010/main" val="41971252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3BD4950-614B-A53B-A31E-9C845288E6F3}"/>
            </a:ext>
          </a:extLst>
        </p:cNvPr>
        <p:cNvGrpSpPr/>
        <p:nvPr/>
      </p:nvGrpSpPr>
      <p:grpSpPr>
        <a:xfrm>
          <a:off x="0" y="0"/>
          <a:ext cx="0" cy="0"/>
          <a:chOff x="0" y="0"/>
          <a:chExt cx="0" cy="0"/>
        </a:xfrm>
      </p:grpSpPr>
      <p:sp>
        <p:nvSpPr>
          <p:cNvPr id="45" name="Rectangle 44">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 name="Picture 40">
            <a:extLst>
              <a:ext uri="{FF2B5EF4-FFF2-40B4-BE49-F238E27FC236}">
                <a16:creationId xmlns:a16="http://schemas.microsoft.com/office/drawing/2014/main" id="{39E51827-A413-C4AC-2960-4F3273FD2E20}"/>
              </a:ext>
            </a:extLst>
          </p:cNvPr>
          <p:cNvPicPr>
            <a:picLocks noChangeAspect="1"/>
          </p:cNvPicPr>
          <p:nvPr/>
        </p:nvPicPr>
        <p:blipFill>
          <a:blip r:embed="rId2">
            <a:alphaModFix amt="35000"/>
          </a:blip>
          <a:srcRect t="6265" r="-2" b="-2"/>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D52D9D92-3603-AF45-C664-1CB7B0416D31}"/>
              </a:ext>
            </a:extLst>
          </p:cNvPr>
          <p:cNvSpPr>
            <a:spLocks noGrp="1"/>
          </p:cNvSpPr>
          <p:nvPr>
            <p:ph type="title"/>
          </p:nvPr>
        </p:nvSpPr>
        <p:spPr>
          <a:xfrm>
            <a:off x="838200" y="365125"/>
            <a:ext cx="10515600" cy="1325563"/>
          </a:xfrm>
        </p:spPr>
        <p:txBody>
          <a:bodyPr vert="horz" lIns="91440" tIns="45720" rIns="91440" bIns="45720" rtlCol="0">
            <a:normAutofit/>
          </a:bodyPr>
          <a:lstStyle/>
          <a:p>
            <a:r>
              <a:rPr lang="en-US" kern="1200">
                <a:solidFill>
                  <a:srgbClr val="FFFFFF"/>
                </a:solidFill>
                <a:latin typeface="+mj-lt"/>
                <a:ea typeface="+mj-ea"/>
                <a:cs typeface="+mj-cs"/>
              </a:rPr>
              <a:t>Alternative removal method (Stroke Width)</a:t>
            </a:r>
          </a:p>
        </p:txBody>
      </p:sp>
      <p:sp>
        <p:nvSpPr>
          <p:cNvPr id="4" name="Content Placeholder 3">
            <a:extLst>
              <a:ext uri="{FF2B5EF4-FFF2-40B4-BE49-F238E27FC236}">
                <a16:creationId xmlns:a16="http://schemas.microsoft.com/office/drawing/2014/main" id="{27191615-5826-D98C-2B05-498B04D53CC7}"/>
              </a:ext>
            </a:extLst>
          </p:cNvPr>
          <p:cNvSpPr>
            <a:spLocks noGrp="1"/>
          </p:cNvSpPr>
          <p:nvPr>
            <p:ph idx="1"/>
          </p:nvPr>
        </p:nvSpPr>
        <p:spPr>
          <a:xfrm>
            <a:off x="838200" y="2266345"/>
            <a:ext cx="5097780" cy="3910617"/>
          </a:xfrm>
        </p:spPr>
        <p:txBody>
          <a:bodyPr vert="horz" lIns="91440" tIns="45720" rIns="91440" bIns="45720" rtlCol="0">
            <a:normAutofit/>
          </a:bodyPr>
          <a:lstStyle/>
          <a:p>
            <a:pPr marL="0"/>
            <a:endParaRPr lang="en-US" sz="2400">
              <a:solidFill>
                <a:srgbClr val="FFFFFF"/>
              </a:solidFill>
            </a:endParaRPr>
          </a:p>
          <a:p>
            <a:endParaRPr lang="en-US" sz="2400">
              <a:solidFill>
                <a:srgbClr val="FFFFFF"/>
              </a:solidFill>
            </a:endParaRPr>
          </a:p>
        </p:txBody>
      </p:sp>
      <p:graphicFrame>
        <p:nvGraphicFramePr>
          <p:cNvPr id="24" name="TextBox 2">
            <a:extLst>
              <a:ext uri="{FF2B5EF4-FFF2-40B4-BE49-F238E27FC236}">
                <a16:creationId xmlns:a16="http://schemas.microsoft.com/office/drawing/2014/main" id="{50B1ACE5-153A-F3D0-3761-F11A606E93CC}"/>
              </a:ext>
            </a:extLst>
          </p:cNvPr>
          <p:cNvGraphicFramePr/>
          <p:nvPr>
            <p:extLst>
              <p:ext uri="{D42A27DB-BD31-4B8C-83A1-F6EECF244321}">
                <p14:modId xmlns:p14="http://schemas.microsoft.com/office/powerpoint/2010/main" val="1217046489"/>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91264999"/>
      </p:ext>
    </p:extLst>
  </p:cSld>
  <p:clrMapOvr>
    <a:overrideClrMapping bg1="dk1" tx1="lt1" bg2="dk2" tx2="lt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65CC5E6-C49E-921E-5697-ECF0282467F6}"/>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C34D96C-B9E8-3D0C-04A9-B1460EB9A4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46894C6-D9CF-4501-FDC3-E05ED6931C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A560CD8-1A79-4C79-4EE1-5792E121D0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89F2F8E-E9CD-F1F4-4DA8-AEEF249439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1759EDE-72CC-B5BF-C8D9-16343F3E5B4D}"/>
              </a:ext>
            </a:extLst>
          </p:cNvPr>
          <p:cNvSpPr>
            <a:spLocks noGrp="1"/>
          </p:cNvSpPr>
          <p:nvPr>
            <p:ph type="title"/>
          </p:nvPr>
        </p:nvSpPr>
        <p:spPr>
          <a:xfrm>
            <a:off x="1371597" y="348865"/>
            <a:ext cx="10044023" cy="877729"/>
          </a:xfrm>
        </p:spPr>
        <p:txBody>
          <a:bodyPr anchor="ctr">
            <a:normAutofit fontScale="90000"/>
          </a:bodyPr>
          <a:lstStyle/>
          <a:p>
            <a:r>
              <a:rPr lang="en-US" sz="4000">
                <a:solidFill>
                  <a:srgbClr val="FFFFFF"/>
                </a:solidFill>
              </a:rPr>
              <a:t>Comparison of regions before and after stroke width</a:t>
            </a:r>
            <a:endParaRPr lang="en-US"/>
          </a:p>
        </p:txBody>
      </p:sp>
      <p:sp>
        <p:nvSpPr>
          <p:cNvPr id="4" name="Content Placeholder 3">
            <a:extLst>
              <a:ext uri="{FF2B5EF4-FFF2-40B4-BE49-F238E27FC236}">
                <a16:creationId xmlns:a16="http://schemas.microsoft.com/office/drawing/2014/main" id="{72F52075-F65C-962E-7669-164E07AAAE75}"/>
              </a:ext>
            </a:extLst>
          </p:cNvPr>
          <p:cNvSpPr>
            <a:spLocks noGrp="1"/>
          </p:cNvSpPr>
          <p:nvPr>
            <p:ph idx="1"/>
          </p:nvPr>
        </p:nvSpPr>
        <p:spPr/>
        <p:txBody>
          <a:bodyPr vert="horz" lIns="91440" tIns="45720" rIns="91440" bIns="45720" rtlCol="0" anchor="t">
            <a:normAutofit/>
          </a:bodyPr>
          <a:lstStyle/>
          <a:p>
            <a:endParaRPr lang="en-US" sz="6000"/>
          </a:p>
          <a:p>
            <a:endParaRPr lang="en-US" sz="6000"/>
          </a:p>
        </p:txBody>
      </p:sp>
      <p:pic>
        <p:nvPicPr>
          <p:cNvPr id="3" name="Picture 2" descr="A screenshot of a computer screen&#10;&#10;AI-generated content may be incorrect.">
            <a:extLst>
              <a:ext uri="{FF2B5EF4-FFF2-40B4-BE49-F238E27FC236}">
                <a16:creationId xmlns:a16="http://schemas.microsoft.com/office/drawing/2014/main" id="{930C85EA-416C-D9B3-B268-06C7FEDCC3E7}"/>
              </a:ext>
            </a:extLst>
          </p:cNvPr>
          <p:cNvPicPr>
            <a:picLocks noChangeAspect="1"/>
          </p:cNvPicPr>
          <p:nvPr/>
        </p:nvPicPr>
        <p:blipFill>
          <a:blip r:embed="rId2"/>
          <a:stretch>
            <a:fillRect/>
          </a:stretch>
        </p:blipFill>
        <p:spPr>
          <a:xfrm>
            <a:off x="368051" y="1577918"/>
            <a:ext cx="4797521" cy="5186039"/>
          </a:xfrm>
          <a:prstGeom prst="rect">
            <a:avLst/>
          </a:prstGeom>
        </p:spPr>
      </p:pic>
      <p:pic>
        <p:nvPicPr>
          <p:cNvPr id="5" name="Picture 4" descr="A screen shot of a blue background&#10;&#10;AI-generated content may be incorrect.">
            <a:extLst>
              <a:ext uri="{FF2B5EF4-FFF2-40B4-BE49-F238E27FC236}">
                <a16:creationId xmlns:a16="http://schemas.microsoft.com/office/drawing/2014/main" id="{6F8B8ECD-24AE-E7EB-64DB-DE6FDA92CCAF}"/>
              </a:ext>
            </a:extLst>
          </p:cNvPr>
          <p:cNvPicPr>
            <a:picLocks noChangeAspect="1"/>
          </p:cNvPicPr>
          <p:nvPr/>
        </p:nvPicPr>
        <p:blipFill>
          <a:blip r:embed="rId3"/>
          <a:stretch>
            <a:fillRect/>
          </a:stretch>
        </p:blipFill>
        <p:spPr>
          <a:xfrm>
            <a:off x="6967182" y="1546194"/>
            <a:ext cx="4989870" cy="5311806"/>
          </a:xfrm>
          <a:prstGeom prst="rect">
            <a:avLst/>
          </a:prstGeom>
        </p:spPr>
      </p:pic>
    </p:spTree>
    <p:extLst>
      <p:ext uri="{BB962C8B-B14F-4D97-AF65-F5344CB8AC3E}">
        <p14:creationId xmlns:p14="http://schemas.microsoft.com/office/powerpoint/2010/main" val="13969506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FC80C9F-8294-FF16-C59C-10654BCBC217}"/>
            </a:ext>
          </a:extLst>
        </p:cNvPr>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Rectangle 2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F8A45F8-6758-EC2F-DA4D-95C55396F42A}"/>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Code Sample and image using stroke width </a:t>
            </a:r>
          </a:p>
        </p:txBody>
      </p:sp>
      <p:sp>
        <p:nvSpPr>
          <p:cNvPr id="4" name="Content Placeholder 3">
            <a:extLst>
              <a:ext uri="{FF2B5EF4-FFF2-40B4-BE49-F238E27FC236}">
                <a16:creationId xmlns:a16="http://schemas.microsoft.com/office/drawing/2014/main" id="{DE0F8066-93D3-4BE7-4368-AF0B5C4B5413}"/>
              </a:ext>
            </a:extLst>
          </p:cNvPr>
          <p:cNvSpPr>
            <a:spLocks noGrp="1"/>
          </p:cNvSpPr>
          <p:nvPr>
            <p:ph idx="1"/>
          </p:nvPr>
        </p:nvSpPr>
        <p:spPr>
          <a:xfrm>
            <a:off x="4581727" y="649480"/>
            <a:ext cx="3025303" cy="5546047"/>
          </a:xfrm>
        </p:spPr>
        <p:txBody>
          <a:bodyPr vert="horz" lIns="91440" tIns="45720" rIns="91440" bIns="45720" rtlCol="0" anchor="ctr">
            <a:normAutofit/>
          </a:bodyPr>
          <a:lstStyle/>
          <a:p>
            <a:endParaRPr lang="en-US" sz="2000"/>
          </a:p>
          <a:p>
            <a:endParaRPr lang="en-US" sz="2000"/>
          </a:p>
        </p:txBody>
      </p:sp>
      <p:pic>
        <p:nvPicPr>
          <p:cNvPr id="3" name="Picture 2" descr="A close up of numbers&#10;&#10;AI-generated content may be incorrect.">
            <a:extLst>
              <a:ext uri="{FF2B5EF4-FFF2-40B4-BE49-F238E27FC236}">
                <a16:creationId xmlns:a16="http://schemas.microsoft.com/office/drawing/2014/main" id="{7D63CA9D-0B12-2474-067E-3BDCF00E3D13}"/>
              </a:ext>
            </a:extLst>
          </p:cNvPr>
          <p:cNvPicPr>
            <a:picLocks noChangeAspect="1"/>
          </p:cNvPicPr>
          <p:nvPr/>
        </p:nvPicPr>
        <p:blipFill>
          <a:blip r:embed="rId2"/>
          <a:stretch>
            <a:fillRect/>
          </a:stretch>
        </p:blipFill>
        <p:spPr>
          <a:xfrm>
            <a:off x="3989537" y="-430"/>
            <a:ext cx="8200690" cy="2925130"/>
          </a:xfrm>
          <a:prstGeom prst="rect">
            <a:avLst/>
          </a:prstGeom>
        </p:spPr>
      </p:pic>
      <p:pic>
        <p:nvPicPr>
          <p:cNvPr id="5" name="Picture 4" descr="A screenshot of a computer program&#10;&#10;AI-generated content may be incorrect.">
            <a:extLst>
              <a:ext uri="{FF2B5EF4-FFF2-40B4-BE49-F238E27FC236}">
                <a16:creationId xmlns:a16="http://schemas.microsoft.com/office/drawing/2014/main" id="{EC549B7A-4381-D46F-17B5-F97D7DAC4083}"/>
              </a:ext>
            </a:extLst>
          </p:cNvPr>
          <p:cNvPicPr>
            <a:picLocks noChangeAspect="1"/>
          </p:cNvPicPr>
          <p:nvPr/>
        </p:nvPicPr>
        <p:blipFill>
          <a:blip r:embed="rId3"/>
          <a:stretch>
            <a:fillRect/>
          </a:stretch>
        </p:blipFill>
        <p:spPr>
          <a:xfrm>
            <a:off x="4019848" y="2925305"/>
            <a:ext cx="8285187" cy="3913323"/>
          </a:xfrm>
          <a:prstGeom prst="rect">
            <a:avLst/>
          </a:prstGeom>
        </p:spPr>
      </p:pic>
    </p:spTree>
    <p:extLst>
      <p:ext uri="{BB962C8B-B14F-4D97-AF65-F5344CB8AC3E}">
        <p14:creationId xmlns:p14="http://schemas.microsoft.com/office/powerpoint/2010/main" val="37147429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89D6F6D-B0A2-FB30-87A9-ABEF364A38D8}"/>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C029CFB-A3D8-C0EA-4114-6A5B39B20E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9C2D92A-B7D5-991D-4AEE-B3D05F549A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62A6ACA-3215-6F17-7505-00A467EFE3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5D98F7A-B681-1778-7407-F503D45699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FD07D1-66D8-0A54-52E6-65FBA53C44E7}"/>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Merging text regions for final detection</a:t>
            </a:r>
          </a:p>
        </p:txBody>
      </p:sp>
      <p:sp>
        <p:nvSpPr>
          <p:cNvPr id="4" name="Content Placeholder 3">
            <a:extLst>
              <a:ext uri="{FF2B5EF4-FFF2-40B4-BE49-F238E27FC236}">
                <a16:creationId xmlns:a16="http://schemas.microsoft.com/office/drawing/2014/main" id="{FB532A50-1265-8BC5-A46F-EDDF6450E880}"/>
              </a:ext>
            </a:extLst>
          </p:cNvPr>
          <p:cNvSpPr>
            <a:spLocks noGrp="1"/>
          </p:cNvSpPr>
          <p:nvPr>
            <p:ph idx="1"/>
          </p:nvPr>
        </p:nvSpPr>
        <p:spPr/>
        <p:txBody>
          <a:bodyPr vert="horz" lIns="91440" tIns="45720" rIns="91440" bIns="45720" rtlCol="0" anchor="t">
            <a:normAutofit/>
          </a:bodyPr>
          <a:lstStyle/>
          <a:p>
            <a:pPr marL="0" indent="0">
              <a:buNone/>
            </a:pPr>
            <a:endParaRPr lang="en-US" sz="6000"/>
          </a:p>
          <a:p>
            <a:endParaRPr lang="en-US" sz="6000"/>
          </a:p>
        </p:txBody>
      </p:sp>
      <p:sp>
        <p:nvSpPr>
          <p:cNvPr id="3" name="TextBox 2">
            <a:extLst>
              <a:ext uri="{FF2B5EF4-FFF2-40B4-BE49-F238E27FC236}">
                <a16:creationId xmlns:a16="http://schemas.microsoft.com/office/drawing/2014/main" id="{C36B0A7A-1434-D38A-5DD0-A6F5F84F23DB}"/>
              </a:ext>
            </a:extLst>
          </p:cNvPr>
          <p:cNvSpPr txBox="1"/>
          <p:nvPr/>
        </p:nvSpPr>
        <p:spPr>
          <a:xfrm>
            <a:off x="154983" y="1898542"/>
            <a:ext cx="5889355" cy="1631216"/>
          </a:xfrm>
          <a:prstGeom prst="rect">
            <a:avLst/>
          </a:prstGeom>
          <a:noFill/>
          <a:ln>
            <a:solidFill>
              <a:srgbClr val="4472C4"/>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000"/>
              <a:t>Detection outputs start as separate characters, but for tasks like OCR they need to be grouped into words or lines. This merging preserves order and meaning, allowing recognition of actual text (e.g., “EXIT” instead of an unordered set of letters).</a:t>
            </a:r>
            <a:endParaRPr lang="en-US" sz="2000"/>
          </a:p>
        </p:txBody>
      </p:sp>
      <p:sp>
        <p:nvSpPr>
          <p:cNvPr id="5" name="TextBox 4">
            <a:extLst>
              <a:ext uri="{FF2B5EF4-FFF2-40B4-BE49-F238E27FC236}">
                <a16:creationId xmlns:a16="http://schemas.microsoft.com/office/drawing/2014/main" id="{68B5A3D7-2A26-801A-C851-8E07287F4AEE}"/>
              </a:ext>
            </a:extLst>
          </p:cNvPr>
          <p:cNvSpPr txBox="1"/>
          <p:nvPr/>
        </p:nvSpPr>
        <p:spPr>
          <a:xfrm>
            <a:off x="6393050" y="1898542"/>
            <a:ext cx="5476067" cy="1631216"/>
          </a:xfrm>
          <a:prstGeom prst="rect">
            <a:avLst/>
          </a:prstGeom>
          <a:noFill/>
          <a:ln>
            <a:solidFill>
              <a:srgbClr val="4472C4"/>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2000"/>
              <a:t>To merge detected characters into words or lines, expand their bounding boxes so nearby characters overlap. These overlaps link </a:t>
            </a:r>
            <a:r>
              <a:rPr lang="en-GB" sz="2000" err="1"/>
              <a:t>neighboring</a:t>
            </a:r>
            <a:r>
              <a:rPr lang="en-GB" sz="2000"/>
              <a:t> regions into chains, allowing them to be grouped into a single word or text line.</a:t>
            </a:r>
          </a:p>
        </p:txBody>
      </p:sp>
      <p:pic>
        <p:nvPicPr>
          <p:cNvPr id="8" name="Picture 7" descr="A close-up of a license plate&#10;&#10;AI-generated content may be incorrect.">
            <a:extLst>
              <a:ext uri="{FF2B5EF4-FFF2-40B4-BE49-F238E27FC236}">
                <a16:creationId xmlns:a16="http://schemas.microsoft.com/office/drawing/2014/main" id="{B6A09421-F585-C582-04DC-C3C69B20BDFC}"/>
              </a:ext>
            </a:extLst>
          </p:cNvPr>
          <p:cNvPicPr>
            <a:picLocks noChangeAspect="1"/>
          </p:cNvPicPr>
          <p:nvPr/>
        </p:nvPicPr>
        <p:blipFill>
          <a:blip r:embed="rId2"/>
          <a:stretch>
            <a:fillRect/>
          </a:stretch>
        </p:blipFill>
        <p:spPr>
          <a:xfrm>
            <a:off x="6132989" y="3618197"/>
            <a:ext cx="6059011" cy="3239256"/>
          </a:xfrm>
          <a:prstGeom prst="rect">
            <a:avLst/>
          </a:prstGeom>
        </p:spPr>
      </p:pic>
      <p:pic>
        <p:nvPicPr>
          <p:cNvPr id="10" name="Picture 9" descr="A yellow rectangle with black numbers&#10;&#10;AI-generated content may be incorrect.">
            <a:extLst>
              <a:ext uri="{FF2B5EF4-FFF2-40B4-BE49-F238E27FC236}">
                <a16:creationId xmlns:a16="http://schemas.microsoft.com/office/drawing/2014/main" id="{37B3C8F0-4E3D-99E0-A0A1-059C9FBAF1C3}"/>
              </a:ext>
            </a:extLst>
          </p:cNvPr>
          <p:cNvPicPr>
            <a:picLocks noChangeAspect="1"/>
          </p:cNvPicPr>
          <p:nvPr/>
        </p:nvPicPr>
        <p:blipFill>
          <a:blip r:embed="rId3"/>
          <a:stretch>
            <a:fillRect/>
          </a:stretch>
        </p:blipFill>
        <p:spPr>
          <a:xfrm>
            <a:off x="-14796" y="3640391"/>
            <a:ext cx="6132991" cy="3217062"/>
          </a:xfrm>
          <a:prstGeom prst="rect">
            <a:avLst/>
          </a:prstGeom>
        </p:spPr>
      </p:pic>
    </p:spTree>
    <p:extLst>
      <p:ext uri="{BB962C8B-B14F-4D97-AF65-F5344CB8AC3E}">
        <p14:creationId xmlns:p14="http://schemas.microsoft.com/office/powerpoint/2010/main" val="18215772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FEE2508-CFE9-B977-180B-BE83E8187BF0}"/>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3C36EFD-6694-7B7B-38D6-F75636F1D7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BAB4347-5D80-F604-35D3-ED56D9B572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6954B38-9754-9AD9-6A12-0E0187A993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6C6AEEDA-CB50-7AF9-6B6A-43F835DB76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A926EA0-AD6D-2EE8-6F0C-85978BD7E2CB}"/>
              </a:ext>
            </a:extLst>
          </p:cNvPr>
          <p:cNvSpPr>
            <a:spLocks noGrp="1"/>
          </p:cNvSpPr>
          <p:nvPr>
            <p:ph type="title"/>
          </p:nvPr>
        </p:nvSpPr>
        <p:spPr>
          <a:xfrm>
            <a:off x="1371597" y="348865"/>
            <a:ext cx="10044023" cy="877729"/>
          </a:xfrm>
          <a:ln>
            <a:solidFill>
              <a:srgbClr val="4472C4"/>
            </a:solidFill>
          </a:ln>
        </p:spPr>
        <p:txBody>
          <a:bodyPr anchor="ctr">
            <a:normAutofit/>
          </a:bodyPr>
          <a:lstStyle/>
          <a:p>
            <a:r>
              <a:rPr lang="en-US" sz="4000">
                <a:solidFill>
                  <a:srgbClr val="FFFFFF"/>
                </a:solidFill>
                <a:latin typeface="Aptos Display"/>
                <a:ea typeface="Roboto"/>
                <a:cs typeface="Roboto"/>
              </a:rPr>
              <a:t>Recognize Detected Text Using OCR</a:t>
            </a:r>
            <a:endParaRPr lang="en-US" sz="4000">
              <a:solidFill>
                <a:srgbClr val="FFFFFF"/>
              </a:solidFill>
              <a:latin typeface="Aptos Display"/>
            </a:endParaRPr>
          </a:p>
        </p:txBody>
      </p:sp>
      <p:sp>
        <p:nvSpPr>
          <p:cNvPr id="4" name="Content Placeholder 3">
            <a:extLst>
              <a:ext uri="{FF2B5EF4-FFF2-40B4-BE49-F238E27FC236}">
                <a16:creationId xmlns:a16="http://schemas.microsoft.com/office/drawing/2014/main" id="{32786B52-1918-FB0A-FE7F-B41EEC5C7AED}"/>
              </a:ext>
            </a:extLst>
          </p:cNvPr>
          <p:cNvSpPr>
            <a:spLocks noGrp="1"/>
          </p:cNvSpPr>
          <p:nvPr>
            <p:ph idx="1"/>
          </p:nvPr>
        </p:nvSpPr>
        <p:spPr/>
        <p:txBody>
          <a:bodyPr vert="horz" lIns="91440" tIns="45720" rIns="91440" bIns="45720" rtlCol="0" anchor="t">
            <a:normAutofit/>
          </a:bodyPr>
          <a:lstStyle/>
          <a:p>
            <a:endParaRPr lang="en-US" sz="6000"/>
          </a:p>
          <a:p>
            <a:endParaRPr lang="en-US" sz="6000"/>
          </a:p>
        </p:txBody>
      </p:sp>
      <p:sp>
        <p:nvSpPr>
          <p:cNvPr id="3" name="TextBox 2">
            <a:extLst>
              <a:ext uri="{FF2B5EF4-FFF2-40B4-BE49-F238E27FC236}">
                <a16:creationId xmlns:a16="http://schemas.microsoft.com/office/drawing/2014/main" id="{C05FA975-B2C2-5A07-8A2D-17C1961A8349}"/>
              </a:ext>
            </a:extLst>
          </p:cNvPr>
          <p:cNvSpPr txBox="1"/>
          <p:nvPr/>
        </p:nvSpPr>
        <p:spPr>
          <a:xfrm>
            <a:off x="114732" y="3143233"/>
            <a:ext cx="5415378" cy="1477328"/>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latin typeface="Aptos"/>
                <a:ea typeface="Roboto"/>
                <a:cs typeface="Roboto"/>
              </a:rPr>
              <a:t>After detecting the text regions, use the </a:t>
            </a:r>
            <a:r>
              <a:rPr lang="en-GB"/>
              <a:t>OCR </a:t>
            </a:r>
            <a:r>
              <a:rPr lang="en-GB">
                <a:ea typeface="Roboto"/>
                <a:cs typeface="Roboto"/>
              </a:rPr>
              <a:t>function</a:t>
            </a:r>
            <a:r>
              <a:rPr lang="en-GB">
                <a:latin typeface="Aptos"/>
                <a:ea typeface="Roboto"/>
                <a:cs typeface="Roboto"/>
              </a:rPr>
              <a:t> to recognize the text within each bounding box. Note that without first finding the text regions, the output of the </a:t>
            </a:r>
            <a:r>
              <a:rPr lang="en-GB">
                <a:ea typeface="Roboto"/>
                <a:cs typeface="Roboto"/>
              </a:rPr>
              <a:t>OCR function</a:t>
            </a:r>
            <a:r>
              <a:rPr lang="en-GB">
                <a:latin typeface="Aptos"/>
                <a:ea typeface="Roboto"/>
                <a:cs typeface="Roboto"/>
              </a:rPr>
              <a:t> would be considerably more noisy.</a:t>
            </a:r>
            <a:endParaRPr lang="en-GB">
              <a:latin typeface="Aptos"/>
            </a:endParaRPr>
          </a:p>
        </p:txBody>
      </p:sp>
      <p:pic>
        <p:nvPicPr>
          <p:cNvPr id="5" name="Picture 4" descr="A close up of a car&#10;&#10;AI-generated content may be incorrect.">
            <a:extLst>
              <a:ext uri="{FF2B5EF4-FFF2-40B4-BE49-F238E27FC236}">
                <a16:creationId xmlns:a16="http://schemas.microsoft.com/office/drawing/2014/main" id="{F74982F8-DC08-4572-6B98-2A03D53C91F8}"/>
              </a:ext>
            </a:extLst>
          </p:cNvPr>
          <p:cNvPicPr>
            <a:picLocks noChangeAspect="1"/>
          </p:cNvPicPr>
          <p:nvPr/>
        </p:nvPicPr>
        <p:blipFill>
          <a:blip r:embed="rId2"/>
          <a:stretch>
            <a:fillRect/>
          </a:stretch>
        </p:blipFill>
        <p:spPr>
          <a:xfrm>
            <a:off x="6094607" y="1575787"/>
            <a:ext cx="6091386" cy="5282213"/>
          </a:xfrm>
          <a:prstGeom prst="rect">
            <a:avLst/>
          </a:prstGeom>
        </p:spPr>
      </p:pic>
    </p:spTree>
    <p:extLst>
      <p:ext uri="{BB962C8B-B14F-4D97-AF65-F5344CB8AC3E}">
        <p14:creationId xmlns:p14="http://schemas.microsoft.com/office/powerpoint/2010/main" val="6116127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84D4636-7917-6673-409A-9CF119E506AE}"/>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F8A5585-54ED-CCE3-7F71-6323D92B2D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C7F2C62-048C-D248-D6E0-C084FD300F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1930405-B495-56A7-CB8E-B7050226F7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F31AEDD-6C86-E3E2-76CD-C58D0C9CDE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A8D4B59-6494-8F81-C2F3-E4157D0955F9}"/>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References</a:t>
            </a:r>
          </a:p>
        </p:txBody>
      </p:sp>
      <p:sp>
        <p:nvSpPr>
          <p:cNvPr id="4" name="Content Placeholder 3">
            <a:extLst>
              <a:ext uri="{FF2B5EF4-FFF2-40B4-BE49-F238E27FC236}">
                <a16:creationId xmlns:a16="http://schemas.microsoft.com/office/drawing/2014/main" id="{03D6E075-C300-8AE0-9053-51927A869448}"/>
              </a:ext>
            </a:extLst>
          </p:cNvPr>
          <p:cNvSpPr>
            <a:spLocks noGrp="1"/>
          </p:cNvSpPr>
          <p:nvPr>
            <p:ph idx="1"/>
          </p:nvPr>
        </p:nvSpPr>
        <p:spPr/>
        <p:txBody>
          <a:bodyPr vert="horz" lIns="91440" tIns="45720" rIns="91440" bIns="45720" rtlCol="0" anchor="t">
            <a:normAutofit fontScale="40000" lnSpcReduction="20000"/>
          </a:bodyPr>
          <a:lstStyle/>
          <a:p>
            <a:pPr marL="0" indent="0">
              <a:buNone/>
            </a:pPr>
            <a:r>
              <a:rPr lang="en-US" sz="6000"/>
              <a:t>[1] Chen, Huizhong, et al. "Robust Text Detection in Natural Images with Edge-Enhanced Maximally Stable Extremal Regions." Image Processing (ICIP), 2011 18th IEEE International Conference on. IEEE, 2011.</a:t>
            </a:r>
            <a:endParaRPr lang="en-US"/>
          </a:p>
          <a:p>
            <a:pPr marL="0" indent="0">
              <a:buNone/>
            </a:pPr>
            <a:r>
              <a:rPr lang="en-US" sz="6000"/>
              <a:t>[2] Gonzalez, Alvaro, et al. "Text location in complex images." Pattern Recognition (ICPR), 2012 21st International Conference on. IEEE, 2012.</a:t>
            </a:r>
            <a:endParaRPr lang="en-US"/>
          </a:p>
          <a:p>
            <a:pPr marL="0" indent="0">
              <a:buNone/>
            </a:pPr>
            <a:r>
              <a:rPr lang="en-US" sz="6000"/>
              <a:t>[3] Li, Yao, and </a:t>
            </a:r>
            <a:r>
              <a:rPr lang="en-US" sz="6000" err="1"/>
              <a:t>Huchuan</a:t>
            </a:r>
            <a:r>
              <a:rPr lang="en-US" sz="6000"/>
              <a:t> Lu. "Scene text detection via stroke width." Pattern Recognition (ICPR), 2012 21st International Conference on. IEEE, 2012.</a:t>
            </a:r>
            <a:endParaRPr lang="en-US"/>
          </a:p>
          <a:p>
            <a:pPr marL="0" indent="0">
              <a:buNone/>
            </a:pPr>
            <a:r>
              <a:rPr lang="en-US" sz="6000"/>
              <a:t>[4] Neumann, Lukas, and Jiri Matas. "Real-time scene text localization and recognition." Computer Vision and Pattern Recognition (CVPR), 2012 IEEE Conference on. IEEE, 2012.</a:t>
            </a:r>
            <a:endParaRPr lang="en-US"/>
          </a:p>
          <a:p>
            <a:pPr marL="0" indent="0">
              <a:buNone/>
            </a:pPr>
            <a:r>
              <a:rPr lang="en-US" sz="6000"/>
              <a:t>[5] </a:t>
            </a:r>
            <a:r>
              <a:rPr lang="en-US" sz="6000">
                <a:hlinkClick r:id="rId2"/>
              </a:rPr>
              <a:t>https://www.mathworks.com/help/images/detecting-a-cell-using-image-segmentation.html</a:t>
            </a:r>
            <a:endParaRPr lang="en-US" sz="6000"/>
          </a:p>
          <a:p>
            <a:pPr marL="0" indent="0">
              <a:buNone/>
            </a:pPr>
            <a:endParaRPr lang="en-US" sz="6000"/>
          </a:p>
        </p:txBody>
      </p:sp>
    </p:spTree>
    <p:extLst>
      <p:ext uri="{BB962C8B-B14F-4D97-AF65-F5344CB8AC3E}">
        <p14:creationId xmlns:p14="http://schemas.microsoft.com/office/powerpoint/2010/main" val="40157800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21</Slides>
  <Notes>8</Notes>
  <HiddenSlides>0</HiddenSlide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Project: License Plate Detection</vt:lpstr>
      <vt:lpstr>Phase 1: Plate (Rectangle) Detection.</vt:lpstr>
      <vt:lpstr>Original Image and Grayscale</vt:lpstr>
      <vt:lpstr>Binarization of Image</vt:lpstr>
      <vt:lpstr>Filling Holes</vt:lpstr>
      <vt:lpstr>Detect Edges</vt:lpstr>
      <vt:lpstr>Perform Morphological Dilation to Enhance Edges</vt:lpstr>
      <vt:lpstr>Rectangular Region Detection</vt:lpstr>
      <vt:lpstr>Properties, Threshold and Ratio Definition</vt:lpstr>
      <vt:lpstr>Conditions Check</vt:lpstr>
      <vt:lpstr>Plate Detected!</vt:lpstr>
      <vt:lpstr>Phase 2: Character Detection</vt:lpstr>
      <vt:lpstr>Plate number and region reading from plate using OCR and MSER</vt:lpstr>
      <vt:lpstr>Removing Non-Text Regions</vt:lpstr>
      <vt:lpstr>Comparison of before and after removal of non-text elements</vt:lpstr>
      <vt:lpstr>Alternative removal method (Stroke Width)</vt:lpstr>
      <vt:lpstr>Comparison of regions before and after stroke width</vt:lpstr>
      <vt:lpstr>Code Sample and image using stroke width </vt:lpstr>
      <vt:lpstr>Merging text regions for final detection</vt:lpstr>
      <vt:lpstr>Recognize Detected Text Using OCR</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Karim Sakr</dc:creator>
  <cp:revision>1</cp:revision>
  <dcterms:created xsi:type="dcterms:W3CDTF">2026-04-20T20:23:23Z</dcterms:created>
  <dcterms:modified xsi:type="dcterms:W3CDTF">2026-04-21T07:49:01Z</dcterms:modified>
</cp:coreProperties>
</file>